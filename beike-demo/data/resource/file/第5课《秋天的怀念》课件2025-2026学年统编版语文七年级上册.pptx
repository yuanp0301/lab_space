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wav" ContentType="audio/x-wav"/>
  <Default Extension="png" ContentType="image/png"/>
  <Default Extension="wdp" ContentType="image/vnd.ms-photo"/>
  <Default Extension="mp3" ContentType="audio/mp3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  <p:sldMasterId id="2147483660" r:id="rId2"/>
    <p:sldMasterId id="2147483664" r:id="rId3"/>
    <p:sldMasterId id="2147483668" r:id="rId4"/>
    <p:sldMasterId id="2147483672" r:id="rId5"/>
    <p:sldMasterId id="2147483676" r:id="rId6"/>
    <p:sldMasterId id="2147483680" r:id="rId7"/>
    <p:sldMasterId id="2147483684" r:id="rId8"/>
    <p:sldMasterId id="2147483688" r:id="rId9"/>
    <p:sldMasterId id="2147483692" r:id="rId10"/>
  </p:sldMasterIdLst>
  <p:notesMasterIdLst>
    <p:notesMasterId r:id="rId11"/>
  </p:notesMasterIdLst>
  <p:sldIdLst>
    <p:sldId id="549" r:id="rId12"/>
    <p:sldId id="497" r:id="rId13"/>
    <p:sldId id="582" r:id="rId14"/>
    <p:sldId id="583" r:id="rId15"/>
    <p:sldId id="498" r:id="rId16"/>
    <p:sldId id="519" r:id="rId17"/>
    <p:sldId id="517" r:id="rId18"/>
    <p:sldId id="545" r:id="rId19"/>
    <p:sldId id="540" r:id="rId20"/>
    <p:sldId id="541" r:id="rId21"/>
    <p:sldId id="542" r:id="rId22"/>
    <p:sldId id="543" r:id="rId23"/>
    <p:sldId id="518" r:id="rId24"/>
    <p:sldId id="544" r:id="rId25"/>
    <p:sldId id="526" r:id="rId26"/>
    <p:sldId id="546" r:id="rId27"/>
    <p:sldId id="532" r:id="rId28"/>
    <p:sldId id="533" r:id="rId29"/>
    <p:sldId id="547" r:id="rId30"/>
    <p:sldId id="527" r:id="rId31"/>
    <p:sldId id="534" r:id="rId32"/>
    <p:sldId id="548" r:id="rId33"/>
    <p:sldId id="537" r:id="rId34"/>
    <p:sldId id="535" r:id="rId35"/>
  </p:sldIdLst>
  <p:sldSz cx="12190095" cy="685927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7778" autoAdjust="0"/>
  </p:normalViewPr>
  <p:slideViewPr>
    <p:cSldViewPr snapToGrid="0" showGuides="1">
      <p:cViewPr varScale="1">
        <p:scale>
          <a:sx n="112" d="100"/>
          <a:sy n="112" d="100"/>
        </p:scale>
        <p:origin x="-456" y="-72"/>
      </p:cViewPr>
      <p:guideLst>
        <p:guide orient="horz" pos="21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Master" Target="slideMasters/slideMaster10.xml" /><Relationship Id="rId11" Type="http://schemas.openxmlformats.org/officeDocument/2006/relationships/notesMaster" Target="notesMasters/notesMaster1.xml" /><Relationship Id="rId12" Type="http://schemas.openxmlformats.org/officeDocument/2006/relationships/slide" Target="slides/slide1.xml" /><Relationship Id="rId13" Type="http://schemas.openxmlformats.org/officeDocument/2006/relationships/slide" Target="slides/slide2.xml" /><Relationship Id="rId14" Type="http://schemas.openxmlformats.org/officeDocument/2006/relationships/slide" Target="slides/slide3.xml" /><Relationship Id="rId15" Type="http://schemas.openxmlformats.org/officeDocument/2006/relationships/slide" Target="slides/slide4.xml" /><Relationship Id="rId16" Type="http://schemas.openxmlformats.org/officeDocument/2006/relationships/slide" Target="slides/slide5.xml" /><Relationship Id="rId17" Type="http://schemas.openxmlformats.org/officeDocument/2006/relationships/slide" Target="slides/slide6.xml" /><Relationship Id="rId18" Type="http://schemas.openxmlformats.org/officeDocument/2006/relationships/slide" Target="slides/slide7.xml" /><Relationship Id="rId19" Type="http://schemas.openxmlformats.org/officeDocument/2006/relationships/slide" Target="slides/slide8.xml" /><Relationship Id="rId2" Type="http://schemas.openxmlformats.org/officeDocument/2006/relationships/slideMaster" Target="slideMasters/slideMaster2.xml" /><Relationship Id="rId20" Type="http://schemas.openxmlformats.org/officeDocument/2006/relationships/slide" Target="slides/slide9.xml" /><Relationship Id="rId21" Type="http://schemas.openxmlformats.org/officeDocument/2006/relationships/slide" Target="slides/slide10.xml" /><Relationship Id="rId22" Type="http://schemas.openxmlformats.org/officeDocument/2006/relationships/slide" Target="slides/slide11.xml" /><Relationship Id="rId23" Type="http://schemas.openxmlformats.org/officeDocument/2006/relationships/slide" Target="slides/slide12.xml" /><Relationship Id="rId24" Type="http://schemas.openxmlformats.org/officeDocument/2006/relationships/slide" Target="slides/slide13.xml" /><Relationship Id="rId25" Type="http://schemas.openxmlformats.org/officeDocument/2006/relationships/slide" Target="slides/slide14.xml" /><Relationship Id="rId26" Type="http://schemas.openxmlformats.org/officeDocument/2006/relationships/slide" Target="slides/slide15.xml" /><Relationship Id="rId27" Type="http://schemas.openxmlformats.org/officeDocument/2006/relationships/slide" Target="slides/slide16.xml" /><Relationship Id="rId28" Type="http://schemas.openxmlformats.org/officeDocument/2006/relationships/slide" Target="slides/slide17.xml" /><Relationship Id="rId29" Type="http://schemas.openxmlformats.org/officeDocument/2006/relationships/slide" Target="slides/slide18.xml" /><Relationship Id="rId3" Type="http://schemas.openxmlformats.org/officeDocument/2006/relationships/slideMaster" Target="slideMasters/slideMaster3.xml" /><Relationship Id="rId30" Type="http://schemas.openxmlformats.org/officeDocument/2006/relationships/slide" Target="slides/slide19.xml" /><Relationship Id="rId31" Type="http://schemas.openxmlformats.org/officeDocument/2006/relationships/slide" Target="slides/slide20.xml" /><Relationship Id="rId32" Type="http://schemas.openxmlformats.org/officeDocument/2006/relationships/slide" Target="slides/slide21.xml" /><Relationship Id="rId33" Type="http://schemas.openxmlformats.org/officeDocument/2006/relationships/slide" Target="slides/slide22.xml" /><Relationship Id="rId34" Type="http://schemas.openxmlformats.org/officeDocument/2006/relationships/slide" Target="slides/slide23.xml" /><Relationship Id="rId35" Type="http://schemas.openxmlformats.org/officeDocument/2006/relationships/slide" Target="slides/slide24.xml" /><Relationship Id="rId36" Type="http://schemas.openxmlformats.org/officeDocument/2006/relationships/tags" Target="tags/tag1.xml" /><Relationship Id="rId37" Type="http://schemas.openxmlformats.org/officeDocument/2006/relationships/presProps" Target="presProps.xml" /><Relationship Id="rId38" Type="http://schemas.openxmlformats.org/officeDocument/2006/relationships/viewProps" Target="viewProps.xml" /><Relationship Id="rId39" Type="http://schemas.openxmlformats.org/officeDocument/2006/relationships/theme" Target="theme/theme1.xml" /><Relationship Id="rId4" Type="http://schemas.openxmlformats.org/officeDocument/2006/relationships/slideMaster" Target="slideMasters/slideMaster4.xml" /><Relationship Id="rId40" Type="http://schemas.openxmlformats.org/officeDocument/2006/relationships/tableStyles" Target="tableStyles.xml" /><Relationship Id="rId5" Type="http://schemas.openxmlformats.org/officeDocument/2006/relationships/slideMaster" Target="slideMasters/slideMaster5.xml" /><Relationship Id="rId6" Type="http://schemas.openxmlformats.org/officeDocument/2006/relationships/slideMaster" Target="slideMasters/slideMaster6.xml" /><Relationship Id="rId7" Type="http://schemas.openxmlformats.org/officeDocument/2006/relationships/slideMaster" Target="slideMasters/slideMaster7.xml" /><Relationship Id="rId8" Type="http://schemas.openxmlformats.org/officeDocument/2006/relationships/slideMaster" Target="slideMasters/slideMaster8.xml" /><Relationship Id="rId9" Type="http://schemas.openxmlformats.org/officeDocument/2006/relationships/slideMaster" Target="slideMasters/slideMaster9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11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2C8C0-A3D3-487B-AECC-CB6663EAE28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9D3E0-124D-4DFF-AE99-4EA4CC201DB4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8A6AD-F5A1-4067-94D3-813992C07B5E}" type="slidenum">
              <a:rPr lang="zh-CN" altLang="en-US" smtClean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24</a:t>
            </a:fld>
            <a:endParaRPr lang="zh-CN" altLang="en-US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5.png" /><Relationship Id="rId3" Type="http://schemas.microsoft.com/office/2007/relationships/hdphoto" Target="../media/image6.wdp" /><Relationship Id="rId4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Master" Target="../slideMasters/slideMaster3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5.png" /><Relationship Id="rId3" Type="http://schemas.microsoft.com/office/2007/relationships/hdphoto" Target="../media/image6.wdp" /><Relationship Id="rId4" Type="http://schemas.openxmlformats.org/officeDocument/2006/relationships/slideMaster" Target="../slideMasters/slideMaster3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Master" Target="../slideMasters/slideMaster4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5.png" /><Relationship Id="rId3" Type="http://schemas.microsoft.com/office/2007/relationships/hdphoto" Target="../media/image6.wdp" /><Relationship Id="rId4" Type="http://schemas.openxmlformats.org/officeDocument/2006/relationships/slideMaster" Target="../slideMasters/slideMaster4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Master" Target="../slideMasters/slideMaster5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5.png" /><Relationship Id="rId3" Type="http://schemas.microsoft.com/office/2007/relationships/hdphoto" Target="../media/image6.wdp" /><Relationship Id="rId4" Type="http://schemas.openxmlformats.org/officeDocument/2006/relationships/slideMaster" Target="../slideMasters/slideMaster5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Master" Target="../slideMasters/slideMaster6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5.png" /><Relationship Id="rId3" Type="http://schemas.microsoft.com/office/2007/relationships/hdphoto" Target="../media/image6.wdp" /><Relationship Id="rId4" Type="http://schemas.openxmlformats.org/officeDocument/2006/relationships/slideMaster" Target="../slideMasters/slideMaster6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Master" Target="../slideMasters/slideMaster7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5.png" /><Relationship Id="rId3" Type="http://schemas.microsoft.com/office/2007/relationships/hdphoto" Target="../media/image6.wdp" /><Relationship Id="rId4" Type="http://schemas.openxmlformats.org/officeDocument/2006/relationships/slideMaster" Target="../slideMasters/slideMaster7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Master" Target="../slideMasters/slideMaster8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5.png" /><Relationship Id="rId3" Type="http://schemas.microsoft.com/office/2007/relationships/hdphoto" Target="../media/image6.wdp" /><Relationship Id="rId4" Type="http://schemas.openxmlformats.org/officeDocument/2006/relationships/slideMaster" Target="../slideMasters/slideMaster8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Master" Target="../slideMasters/slideMaster9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5.png" /><Relationship Id="rId3" Type="http://schemas.microsoft.com/office/2007/relationships/hdphoto" Target="../media/image6.wdp" /><Relationship Id="rId4" Type="http://schemas.openxmlformats.org/officeDocument/2006/relationships/slideMaster" Target="../slideMasters/slideMaster9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802" y="1122624"/>
            <a:ext cx="9142810" cy="238815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3802" y="3602873"/>
            <a:ext cx="9142810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743" y="1710135"/>
            <a:ext cx="10514231" cy="285339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743" y="4590527"/>
            <a:ext cx="10514231" cy="15005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091" y="1826048"/>
            <a:ext cx="5180926" cy="435234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1396" y="1826048"/>
            <a:ext cx="5180926" cy="435234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80" y="365211"/>
            <a:ext cx="10514231" cy="132587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679" y="1681553"/>
            <a:ext cx="5157116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679" y="2505656"/>
            <a:ext cx="5157116" cy="3685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1398" y="1681553"/>
            <a:ext cx="5182513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1398" y="2505656"/>
            <a:ext cx="5182513" cy="3685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79" y="457307"/>
            <a:ext cx="3931725" cy="16005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2514" y="987654"/>
            <a:ext cx="6171397" cy="48747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679" y="2057877"/>
            <a:ext cx="3931725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79" y="457307"/>
            <a:ext cx="3931725" cy="16005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2514" y="987654"/>
            <a:ext cx="6171397" cy="487475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679" y="2057877"/>
            <a:ext cx="3931725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3764" y="365209"/>
            <a:ext cx="2628558" cy="581318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092" y="365209"/>
            <a:ext cx="7733293" cy="581318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>
              <a:blip r:embed="rId2">
                <a:grayscl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>
                <a:fillRect/>
              </a:stretch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迷你简汉真广标" panose="02010609000101010101" pitchFamily="49" charset="-122"/>
                <a:ea typeface="迷你简汉真广标" panose="02010609000101010101" pitchFamily="49" charset="-122"/>
                <a:cs typeface="+mn-cs"/>
              </a:endParaRP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>
              <a:blip r:embed="rId2">
                <a:grayscl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>
                <a:fillRect/>
              </a:stretch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迷你简汉真广标" panose="02010609000101010101" pitchFamily="49" charset="-122"/>
                <a:ea typeface="迷你简汉真广标" panose="02010609000101010101" pitchFamily="49" charset="-122"/>
                <a:cs typeface="+mn-cs"/>
              </a:endParaRP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>
              <a:blip r:embed="rId2">
                <a:grayscl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>
                <a:fillRect/>
              </a:stretch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迷你简汉真广标" panose="02010609000101010101" pitchFamily="49" charset="-122"/>
                <a:ea typeface="迷你简汉真广标" panose="02010609000101010101" pitchFamily="49" charset="-122"/>
                <a:cs typeface="+mn-cs"/>
              </a:endParaRP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>
              <a:blip r:embed="rId2">
                <a:grayscl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>
                <a:fillRect/>
              </a:stretch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迷你简汉真广标" panose="02010609000101010101" pitchFamily="49" charset="-122"/>
                <a:ea typeface="迷你简汉真广标" panose="02010609000101010101" pitchFamily="49" charset="-122"/>
                <a:cs typeface="+mn-cs"/>
              </a:endParaRP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>
              <a:blip r:embed="rId2">
                <a:grayscl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>
                <a:fillRect/>
              </a:stretch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迷你简汉真广标" panose="02010609000101010101" pitchFamily="49" charset="-122"/>
                <a:ea typeface="迷你简汉真广标" panose="02010609000101010101" pitchFamily="49" charset="-122"/>
                <a:cs typeface="+mn-cs"/>
              </a:endParaRP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>
              <a:blip r:embed="rId2">
                <a:grayscl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>
                <a:fillRect/>
              </a:stretch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迷你简汉真广标" panose="02010609000101010101" pitchFamily="49" charset="-122"/>
                <a:ea typeface="迷你简汉真广标" panose="02010609000101010101" pitchFamily="49" charset="-122"/>
                <a:cs typeface="+mn-cs"/>
              </a:endParaRP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>
              <a:blip r:embed="rId2">
                <a:grayscl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>
                <a:fillRect/>
              </a:stretch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迷你简汉真广标" panose="02010609000101010101" pitchFamily="49" charset="-122"/>
                <a:ea typeface="迷你简汉真广标" panose="02010609000101010101" pitchFamily="49" charset="-122"/>
                <a:cs typeface="+mn-cs"/>
              </a:endParaRP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8" name="Picture 7" descr="hexa.png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435F3-CE51-FE47-901D-12AFFB0ECE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Hei Pro" panose="020b0500000000000000" pitchFamily="34" charset="-122"/>
                <a:ea typeface="LiHei Pro" panose="020b0500000000000000" pitchFamily="34" charset="-122"/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xiaoer.yanj.cn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V="1">
            <a:off x="3024904" y="479935"/>
            <a:ext cx="8365514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1" y="195152"/>
            <a:ext cx="3125772" cy="569565"/>
            <a:chOff x="0" y="194743"/>
            <a:chExt cx="3126179" cy="569433"/>
          </a:xfrm>
        </p:grpSpPr>
        <p:sp>
          <p:nvSpPr>
            <p:cNvPr id="9" name="圆角矩形 8"/>
            <p:cNvSpPr/>
            <p:nvPr/>
          </p:nvSpPr>
          <p:spPr>
            <a:xfrm>
              <a:off x="173209" y="194743"/>
              <a:ext cx="2952970" cy="569433"/>
            </a:xfrm>
            <a:prstGeom prst="roundRect">
              <a:avLst>
                <a:gd name="adj" fmla="val 9976"/>
              </a:avLst>
            </a:prstGeom>
            <a:solidFill>
              <a:srgbClr val="01ACBE"/>
            </a:solidFill>
            <a:ln w="19050">
              <a:gradFill flip="none" rotWithShape="1">
                <a:gsLst>
                  <a:gs pos="88000">
                    <a:schemeClr val="bg1"/>
                  </a:gs>
                  <a:gs pos="0">
                    <a:schemeClr val="bg1">
                      <a:lumMod val="75000"/>
                    </a:schemeClr>
                  </a:gs>
                  <a:gs pos="71000">
                    <a:schemeClr val="bg1">
                      <a:lumMod val="85000"/>
                    </a:schemeClr>
                  </a:gs>
                  <a:gs pos="5500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2200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1200000" scaled="0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0" y="290669"/>
              <a:ext cx="424561" cy="355906"/>
              <a:chOff x="469900" y="728859"/>
              <a:chExt cx="424561" cy="355906"/>
            </a:xfrm>
          </p:grpSpPr>
          <p:sp>
            <p:nvSpPr>
              <p:cNvPr id="11" name="椭圆 10"/>
              <p:cNvSpPr/>
              <p:nvPr/>
            </p:nvSpPr>
            <p:spPr>
              <a:xfrm rot="16200000">
                <a:off x="738264" y="928568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6200000">
                <a:off x="752463" y="942770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 rot="16200000">
                <a:off x="738264" y="728860"/>
                <a:ext cx="156198" cy="156196"/>
              </a:xfrm>
              <a:prstGeom prst="ellipse">
                <a:avLst/>
              </a:prstGeom>
              <a:gradFill>
                <a:gsLst>
                  <a:gs pos="75000">
                    <a:schemeClr val="bg1">
                      <a:lumMod val="95000"/>
                    </a:schemeClr>
                  </a:gs>
                  <a:gs pos="55000">
                    <a:schemeClr val="bg1">
                      <a:lumMod val="65000"/>
                    </a:schemeClr>
                  </a:gs>
                  <a:gs pos="35000">
                    <a:schemeClr val="bg1">
                      <a:lumMod val="95000"/>
                    </a:schemeClr>
                  </a:gs>
                  <a:gs pos="17000">
                    <a:schemeClr val="bg1">
                      <a:lumMod val="6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 rot="16200000">
                <a:off x="752463" y="743063"/>
                <a:ext cx="127798" cy="12779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12700" dist="127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 rot="16200000">
                <a:off x="636543" y="859458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 rot="16200000">
                <a:off x="636543" y="809416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 rot="16200000">
                <a:off x="636543" y="655035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4000">
                      <a:schemeClr val="bg1">
                        <a:lumMod val="75000"/>
                      </a:schemeClr>
                    </a:gs>
                    <a:gs pos="78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16200000">
                <a:off x="636543" y="604992"/>
                <a:ext cx="18656" cy="35194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4000">
                    <a:schemeClr val="bg1"/>
                  </a:gs>
                  <a:gs pos="52000">
                    <a:schemeClr val="bg1">
                      <a:lumMod val="85000"/>
                    </a:schemeClr>
                  </a:gs>
                  <a:gs pos="23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 w="12700"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3000">
                      <a:schemeClr val="bg1">
                        <a:lumMod val="75000"/>
                      </a:schemeClr>
                    </a:gs>
                    <a:gs pos="79000">
                      <a:schemeClr val="bg1"/>
                    </a:gs>
                    <a:gs pos="6100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0"/>
                </a:gradFill>
              </a:ln>
              <a:effectLst>
                <a:outerShdw blurRad="254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9" name="组合 18"/>
          <p:cNvGrpSpPr/>
          <p:nvPr userDrawn="1"/>
        </p:nvGrpSpPr>
        <p:grpSpPr>
          <a:xfrm>
            <a:off x="11352323" y="175669"/>
            <a:ext cx="838091" cy="743984"/>
            <a:chOff x="39833" y="101457"/>
            <a:chExt cx="838200" cy="743812"/>
          </a:xfrm>
        </p:grpSpPr>
        <p:grpSp>
          <p:nvGrpSpPr>
            <p:cNvPr id="20" name="组合 19"/>
            <p:cNvGrpSpPr/>
            <p:nvPr userDrawn="1"/>
          </p:nvGrpSpPr>
          <p:grpSpPr>
            <a:xfrm>
              <a:off x="130195" y="101457"/>
              <a:ext cx="647560" cy="567974"/>
              <a:chOff x="257420" y="226345"/>
              <a:chExt cx="540747" cy="474289"/>
            </a:xfrm>
          </p:grpSpPr>
          <p:pic>
            <p:nvPicPr>
              <p:cNvPr id="22" name="图片 21"/>
              <p:cNvPicPr>
                <a:picLocks noChangeAspect="1"/>
              </p:cNvPicPr>
              <p:nvPr userDrawn="1"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420" y="226345"/>
                <a:ext cx="472830" cy="47283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 userDrawn="1"/>
            </p:nvPicPr>
            <p:blipFill>
              <a:blip r:embed="rId2">
                <a:grayscl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2000"/>
                        </a14:imgEffect>
                      </a14:imgLayer>
                    </a14:imgProps>
                  </a:ext>
                </a:extLst>
              </a:blip>
              <a:srcRect b="72279"/>
              <a:stretch>
                <a:fillRect/>
              </a:stretch>
            </p:blipFill>
            <p:spPr>
              <a:xfrm flipH="1">
                <a:off x="265701" y="654915"/>
                <a:ext cx="532466" cy="45719"/>
              </a:xfrm>
              <a:prstGeom prst="rect">
                <a:avLst/>
              </a:prstGeom>
            </p:spPr>
          </p:pic>
        </p:grpSp>
        <p:sp>
          <p:nvSpPr>
            <p:cNvPr id="21" name="文本框 20"/>
            <p:cNvSpPr txBox="1"/>
            <p:nvPr userDrawn="1"/>
          </p:nvSpPr>
          <p:spPr>
            <a:xfrm>
              <a:off x="39833" y="629875"/>
              <a:ext cx="838200" cy="215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By </a:t>
              </a: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迷你简汉真广标" panose="02010609000101010101" pitchFamily="49" charset="-122"/>
                  <a:ea typeface="迷你简汉真广标" panose="02010609000101010101" pitchFamily="49" charset="-122"/>
                  <a:cs typeface="+mn-cs"/>
                </a:rPr>
                <a:t>杜小二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迷你简汉真广标" panose="02010609000101010101" pitchFamily="49" charset="-122"/>
                <a:ea typeface="迷你简汉真广标" panose="02010609000101010101" pitchFamily="49" charset="-122"/>
                <a:cs typeface="+mn-cs"/>
              </a:endParaRPr>
            </a:p>
          </p:txBody>
        </p:sp>
      </p:grpSp>
      <p:sp>
        <p:nvSpPr>
          <p:cNvPr id="24" name="标题占位符 1"/>
          <p:cNvSpPr>
            <a:spLocks noGrp="1"/>
          </p:cNvSpPr>
          <p:nvPr>
            <p:ph type="title"/>
          </p:nvPr>
        </p:nvSpPr>
        <p:spPr>
          <a:xfrm>
            <a:off x="416259" y="206382"/>
            <a:ext cx="3050391" cy="547102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>
            <a:lvl1pPr>
              <a:defRPr sz="1800">
                <a:solidFill>
                  <a:schemeClr val="bg1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Rectangle 13"/>
          <p:cNvSpPr/>
          <p:nvPr userDrawn="1"/>
        </p:nvSpPr>
        <p:spPr>
          <a:xfrm>
            <a:off x="-8905" y="0"/>
            <a:ext cx="12202286" cy="6859588"/>
          </a:xfrm>
          <a:prstGeom prst="rect">
            <a:avLst/>
          </a:prstGeom>
          <a:gradFill flip="none" rotWithShape="1">
            <a:gsLst>
              <a:gs pos="0">
                <a:srgbClr val="77458B"/>
              </a:gs>
              <a:gs pos="100000">
                <a:srgbClr val="4F2D5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34F5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282" y="2130922"/>
            <a:ext cx="10361851" cy="1470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563" y="3887100"/>
            <a:ext cx="8533289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6E9206-D2D6-4057-92D4-39C87A03E66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52E9E1-D97D-4C90-BB96-FA1ED58B786F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60" y="4407923"/>
            <a:ext cx="10361851" cy="1362390"/>
          </a:xfrm>
        </p:spPr>
        <p:txBody>
          <a:bodyPr anchor="t"/>
          <a:lstStyle>
            <a:lvl1pPr algn="l">
              <a:defRPr sz="54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960" y="2907387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4779EE-1E16-4CC5-A459-C716090F601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22" y="1600572"/>
            <a:ext cx="5384099" cy="4527011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794" y="1600572"/>
            <a:ext cx="5384099" cy="4527011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311C9F-D64E-4824-A709-CF61DE4E0BD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2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200" b="1"/>
            </a:lvl4pPr>
            <a:lvl5pPr marL="2438400" indent="0">
              <a:buNone/>
              <a:defRPr sz="2200" b="1"/>
            </a:lvl5pPr>
            <a:lvl6pPr marL="3048000" indent="0">
              <a:buNone/>
              <a:defRPr sz="2200" b="1"/>
            </a:lvl6pPr>
            <a:lvl7pPr marL="3657600" indent="0">
              <a:buNone/>
              <a:defRPr sz="2200" b="1"/>
            </a:lvl7pPr>
            <a:lvl8pPr marL="4267200" indent="0">
              <a:buNone/>
              <a:defRPr sz="2200" b="1"/>
            </a:lvl8pPr>
            <a:lvl9pPr marL="4876800" indent="0">
              <a:buNone/>
              <a:defRPr sz="2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22" y="2175380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567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200" b="1"/>
            </a:lvl4pPr>
            <a:lvl5pPr marL="2438400" indent="0">
              <a:buNone/>
              <a:defRPr sz="2200" b="1"/>
            </a:lvl5pPr>
            <a:lvl6pPr marL="3048000" indent="0">
              <a:buNone/>
              <a:defRPr sz="2200" b="1"/>
            </a:lvl6pPr>
            <a:lvl7pPr marL="3657600" indent="0">
              <a:buNone/>
              <a:defRPr sz="2200" b="1"/>
            </a:lvl7pPr>
            <a:lvl8pPr marL="4267200" indent="0">
              <a:buNone/>
              <a:defRPr sz="2200" b="1"/>
            </a:lvl8pPr>
            <a:lvl9pPr marL="4876800" indent="0">
              <a:buNone/>
              <a:defRPr sz="2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567" y="2175380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4318BD-B3C6-4D4B-B871-C29490A2E55A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CAFC4-799C-4CDE-B92B-8C262F06CF3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圆角矩形 4"/>
          <p:cNvSpPr/>
          <p:nvPr userDrawn="1"/>
        </p:nvSpPr>
        <p:spPr>
          <a:xfrm>
            <a:off x="1139485" y="1031497"/>
            <a:ext cx="9911444" cy="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圆角矩形 5"/>
          <p:cNvSpPr/>
          <p:nvPr userDrawn="1"/>
        </p:nvSpPr>
        <p:spPr>
          <a:xfrm>
            <a:off x="5899289" y="6453393"/>
            <a:ext cx="391838" cy="2201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729073-8FFE-4F18-B513-07581FC6638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4672992" y="6397708"/>
            <a:ext cx="2844430" cy="365210"/>
          </a:xfrm>
        </p:spPr>
        <p:txBody>
          <a:bodyPr/>
          <a:lstStyle>
            <a:lvl1pPr algn="ctr">
              <a:defRPr>
                <a:latin typeface="ITC Avant Garde Std Bk" panose="020b0502020202020204" pitchFamily="34" charset="0"/>
              </a:defRPr>
            </a:lvl1pPr>
          </a:lstStyle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24" y="273113"/>
            <a:ext cx="4010562" cy="116232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113" y="273117"/>
            <a:ext cx="6814780" cy="5854468"/>
          </a:xfrm>
        </p:spPr>
        <p:txBody>
          <a:bodyPr/>
          <a:lstStyle>
            <a:lvl1pPr>
              <a:defRPr sz="4300"/>
            </a:lvl1pPr>
            <a:lvl2pPr>
              <a:defRPr sz="38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24" y="1435437"/>
            <a:ext cx="4010562" cy="4692149"/>
          </a:xfr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200" indent="0">
              <a:buNone/>
              <a:defRPr sz="1400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C7FCF6-76BD-4495-B08F-4C059D2BA31F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406" y="4801714"/>
            <a:ext cx="7314248" cy="56687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406" y="612918"/>
            <a:ext cx="7314248" cy="4115753"/>
          </a:xfrm>
        </p:spPr>
        <p:txBody>
          <a:bodyPr/>
          <a:lstStyle>
            <a:lvl1pPr marL="0" indent="0">
              <a:buNone/>
              <a:defRPr sz="4300"/>
            </a:lvl1pPr>
            <a:lvl2pPr marL="609600" indent="0">
              <a:buNone/>
              <a:defRPr sz="3800"/>
            </a:lvl2pPr>
            <a:lvl3pPr marL="1219200" indent="0">
              <a:buNone/>
              <a:defRPr sz="3200"/>
            </a:lvl3pPr>
            <a:lvl4pPr marL="1828800" indent="0">
              <a:buNone/>
              <a:defRPr sz="2700"/>
            </a:lvl4pPr>
            <a:lvl5pPr marL="2438400" indent="0">
              <a:buNone/>
              <a:defRPr sz="2700"/>
            </a:lvl5pPr>
            <a:lvl6pPr marL="3048000" indent="0">
              <a:buNone/>
              <a:defRPr sz="2700"/>
            </a:lvl6pPr>
            <a:lvl7pPr marL="3657600" indent="0">
              <a:buNone/>
              <a:defRPr sz="2700"/>
            </a:lvl7pPr>
            <a:lvl8pPr marL="4267200" indent="0">
              <a:buNone/>
              <a:defRPr sz="2700"/>
            </a:lvl8pPr>
            <a:lvl9pPr marL="4876800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406" y="5368584"/>
            <a:ext cx="7314248" cy="805049"/>
          </a:xfr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200" indent="0">
              <a:buNone/>
              <a:defRPr sz="1400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57577C-F53D-4BB9-9408-EB84DEB3CD80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D58058-BD14-4845-947D-4A9B79A00D09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050" y="274704"/>
            <a:ext cx="2742843" cy="58528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22" y="274704"/>
            <a:ext cx="8025355" cy="58528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ECB469-C949-4E3F-B0CB-0C15DA7B7F92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image" Target="file:///D:\qq&#25991;&#20214;\712321467\Image\C2C\Image2\%7b75232B38-A165-1FB7-499C-2E1C792CACB5%7d.png" TargetMode="External" /><Relationship Id="rId13" Type="http://schemas.openxmlformats.org/officeDocument/2006/relationships/image" Target="../media/image1.png" /><Relationship Id="rId14" Type="http://schemas.openxmlformats.org/officeDocument/2006/relationships/image" Target="../media/image2.jpeg" /><Relationship Id="rId15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image" Target="../media/image3.png" /><Relationship Id="rId5" Type="http://schemas.openxmlformats.org/officeDocument/2006/relationships/image" Target="file:///D:\qq&#25991;&#20214;\712321467\Image\C2C\Image2\%7b75232B38-A165-1FB7-499C-2E1C792CACB5%7d.png" TargetMode="External" /><Relationship Id="rId6" Type="http://schemas.openxmlformats.org/officeDocument/2006/relationships/image" Target="../media/image1.png" /><Relationship Id="rId7" Type="http://schemas.openxmlformats.org/officeDocument/2006/relationships/image" Target="../media/image2.jpeg" /><Relationship Id="rId8" Type="http://schemas.openxmlformats.org/officeDocument/2006/relationships/theme" Target="../theme/theme2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slideLayout" Target="../slideLayouts/slideLayout16.xml" /><Relationship Id="rId3" Type="http://schemas.openxmlformats.org/officeDocument/2006/relationships/slideLayout" Target="../slideLayouts/slideLayout17.xml" /><Relationship Id="rId4" Type="http://schemas.openxmlformats.org/officeDocument/2006/relationships/image" Target="../media/image3.png" /><Relationship Id="rId5" Type="http://schemas.openxmlformats.org/officeDocument/2006/relationships/image" Target="file:///D:\qq&#25991;&#20214;\712321467\Image\C2C\Image2\%7b75232B38-A165-1FB7-499C-2E1C792CACB5%7d.png" TargetMode="External" /><Relationship Id="rId6" Type="http://schemas.openxmlformats.org/officeDocument/2006/relationships/image" Target="../media/image1.png" /><Relationship Id="rId7" Type="http://schemas.openxmlformats.org/officeDocument/2006/relationships/image" Target="../media/image2.jpeg" /><Relationship Id="rId8" Type="http://schemas.openxmlformats.org/officeDocument/2006/relationships/theme" Target="../theme/theme3.xml" /></Relationships>
</file>

<file path=ppt/slideMasters/_rels/slideMaster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slideLayout" Target="../slideLayouts/slideLayout19.xml" /><Relationship Id="rId3" Type="http://schemas.openxmlformats.org/officeDocument/2006/relationships/slideLayout" Target="../slideLayouts/slideLayout20.xml" /><Relationship Id="rId4" Type="http://schemas.openxmlformats.org/officeDocument/2006/relationships/image" Target="../media/image3.png" /><Relationship Id="rId5" Type="http://schemas.openxmlformats.org/officeDocument/2006/relationships/image" Target="file:///D:\qq&#25991;&#20214;\712321467\Image\C2C\Image2\%7b75232B38-A165-1FB7-499C-2E1C792CACB5%7d.png" TargetMode="External" /><Relationship Id="rId6" Type="http://schemas.openxmlformats.org/officeDocument/2006/relationships/image" Target="../media/image1.png" /><Relationship Id="rId7" Type="http://schemas.openxmlformats.org/officeDocument/2006/relationships/image" Target="../media/image2.jpeg" /><Relationship Id="rId8" Type="http://schemas.openxmlformats.org/officeDocument/2006/relationships/theme" Target="../theme/theme4.xml" /></Relationships>
</file>

<file path=ppt/slideMasters/_rels/slideMaster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slideLayout" Target="../slideLayouts/slideLayout22.xml" /><Relationship Id="rId3" Type="http://schemas.openxmlformats.org/officeDocument/2006/relationships/slideLayout" Target="../slideLayouts/slideLayout23.xml" /><Relationship Id="rId4" Type="http://schemas.openxmlformats.org/officeDocument/2006/relationships/image" Target="../media/image3.png" /><Relationship Id="rId5" Type="http://schemas.openxmlformats.org/officeDocument/2006/relationships/image" Target="file:///D:\qq&#25991;&#20214;\712321467\Image\C2C\Image2\%7b75232B38-A165-1FB7-499C-2E1C792CACB5%7d.png" TargetMode="External" /><Relationship Id="rId6" Type="http://schemas.openxmlformats.org/officeDocument/2006/relationships/image" Target="../media/image1.png" /><Relationship Id="rId7" Type="http://schemas.openxmlformats.org/officeDocument/2006/relationships/image" Target="../media/image2.jpeg" /><Relationship Id="rId8" Type="http://schemas.openxmlformats.org/officeDocument/2006/relationships/theme" Target="../theme/theme5.xml" /></Relationships>
</file>

<file path=ppt/slideMasters/_rels/slideMaster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slideLayout" Target="../slideLayouts/slideLayout25.xml" /><Relationship Id="rId3" Type="http://schemas.openxmlformats.org/officeDocument/2006/relationships/slideLayout" Target="../slideLayouts/slideLayout26.xml" /><Relationship Id="rId4" Type="http://schemas.openxmlformats.org/officeDocument/2006/relationships/image" Target="../media/image3.png" /><Relationship Id="rId5" Type="http://schemas.openxmlformats.org/officeDocument/2006/relationships/image" Target="file:///D:\qq&#25991;&#20214;\712321467\Image\C2C\Image2\%7b75232B38-A165-1FB7-499C-2E1C792CACB5%7d.png" TargetMode="External" /><Relationship Id="rId6" Type="http://schemas.openxmlformats.org/officeDocument/2006/relationships/image" Target="../media/image1.png" /><Relationship Id="rId7" Type="http://schemas.openxmlformats.org/officeDocument/2006/relationships/image" Target="../media/image2.jpeg" /><Relationship Id="rId8" Type="http://schemas.openxmlformats.org/officeDocument/2006/relationships/theme" Target="../theme/theme6.xml" /></Relationships>
</file>

<file path=ppt/slideMasters/_rels/slideMaster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 /><Relationship Id="rId2" Type="http://schemas.openxmlformats.org/officeDocument/2006/relationships/slideLayout" Target="../slideLayouts/slideLayout28.xml" /><Relationship Id="rId3" Type="http://schemas.openxmlformats.org/officeDocument/2006/relationships/slideLayout" Target="../slideLayouts/slideLayout29.xml" /><Relationship Id="rId4" Type="http://schemas.openxmlformats.org/officeDocument/2006/relationships/image" Target="../media/image3.png" /><Relationship Id="rId5" Type="http://schemas.openxmlformats.org/officeDocument/2006/relationships/image" Target="file:///D:\qq&#25991;&#20214;\712321467\Image\C2C\Image2\%7b75232B38-A165-1FB7-499C-2E1C792CACB5%7d.png" TargetMode="External" /><Relationship Id="rId6" Type="http://schemas.openxmlformats.org/officeDocument/2006/relationships/image" Target="../media/image1.png" /><Relationship Id="rId7" Type="http://schemas.openxmlformats.org/officeDocument/2006/relationships/image" Target="../media/image2.jpeg" /><Relationship Id="rId8" Type="http://schemas.openxmlformats.org/officeDocument/2006/relationships/theme" Target="../theme/theme7.xml" /></Relationships>
</file>

<file path=ppt/slideMasters/_rels/slideMaster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31.xml" /><Relationship Id="rId3" Type="http://schemas.openxmlformats.org/officeDocument/2006/relationships/slideLayout" Target="../slideLayouts/slideLayout32.xml" /><Relationship Id="rId4" Type="http://schemas.openxmlformats.org/officeDocument/2006/relationships/image" Target="../media/image3.png" /><Relationship Id="rId5" Type="http://schemas.openxmlformats.org/officeDocument/2006/relationships/image" Target="file:///D:\qq&#25991;&#20214;\712321467\Image\C2C\Image2\%7b75232B38-A165-1FB7-499C-2E1C792CACB5%7d.png" TargetMode="External" /><Relationship Id="rId6" Type="http://schemas.openxmlformats.org/officeDocument/2006/relationships/image" Target="../media/image1.png" /><Relationship Id="rId7" Type="http://schemas.openxmlformats.org/officeDocument/2006/relationships/image" Target="../media/image2.jpeg" /><Relationship Id="rId8" Type="http://schemas.openxmlformats.org/officeDocument/2006/relationships/theme" Target="../theme/theme8.xml" /></Relationships>
</file>

<file path=ppt/slideMasters/_rels/slideMaster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slideLayout" Target="../slideLayouts/slideLayout34.xml" /><Relationship Id="rId3" Type="http://schemas.openxmlformats.org/officeDocument/2006/relationships/slideLayout" Target="../slideLayouts/slideLayout35.xml" /><Relationship Id="rId4" Type="http://schemas.openxmlformats.org/officeDocument/2006/relationships/image" Target="../media/image3.png" /><Relationship Id="rId5" Type="http://schemas.openxmlformats.org/officeDocument/2006/relationships/image" Target="file:///D:\qq&#25991;&#20214;\712321467\Image\C2C\Image2\%7b75232B38-A165-1FB7-499C-2E1C792CACB5%7d.png" TargetMode="External" /><Relationship Id="rId6" Type="http://schemas.openxmlformats.org/officeDocument/2006/relationships/image" Target="../media/image1.png" /><Relationship Id="rId7" Type="http://schemas.openxmlformats.org/officeDocument/2006/relationships/image" Target="../media/image2.jpeg" /><Relationship Id="rId8" Type="http://schemas.openxmlformats.org/officeDocument/2006/relationships/theme" Target="../theme/theme9.xml" /></Relationships>
</file>

<file path=ppt/slideMasters/_rels/slideMaster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6.xml" /><Relationship Id="rId10" Type="http://schemas.openxmlformats.org/officeDocument/2006/relationships/slideLayout" Target="../slideLayouts/slideLayout45.xml" /><Relationship Id="rId11" Type="http://schemas.openxmlformats.org/officeDocument/2006/relationships/slideLayout" Target="../slideLayouts/slideLayout46.xml" /><Relationship Id="rId12" Type="http://schemas.openxmlformats.org/officeDocument/2006/relationships/slideLayout" Target="../slideLayouts/slideLayout47.xml" /><Relationship Id="rId13" Type="http://schemas.openxmlformats.org/officeDocument/2006/relationships/slideLayout" Target="../slideLayouts/slideLayout48.xml" /><Relationship Id="rId14" Type="http://schemas.openxmlformats.org/officeDocument/2006/relationships/image" Target="file:///D:\qq&#25991;&#20214;\712321467\Image\C2C\Image2\%7b75232B38-A165-1FB7-499C-2E1C792CACB5%7d.png" TargetMode="External" /><Relationship Id="rId15" Type="http://schemas.openxmlformats.org/officeDocument/2006/relationships/image" Target="../media/image1.png" /><Relationship Id="rId16" Type="http://schemas.openxmlformats.org/officeDocument/2006/relationships/image" Target="../media/image2.jpeg" /><Relationship Id="rId17" Type="http://schemas.openxmlformats.org/officeDocument/2006/relationships/theme" Target="../theme/theme10.xml" /><Relationship Id="rId2" Type="http://schemas.openxmlformats.org/officeDocument/2006/relationships/slideLayout" Target="../slideLayouts/slideLayout37.xml" /><Relationship Id="rId3" Type="http://schemas.openxmlformats.org/officeDocument/2006/relationships/slideLayout" Target="../slideLayouts/slideLayout38.xml" /><Relationship Id="rId4" Type="http://schemas.openxmlformats.org/officeDocument/2006/relationships/slideLayout" Target="../slideLayouts/slideLayout39.xml" /><Relationship Id="rId5" Type="http://schemas.openxmlformats.org/officeDocument/2006/relationships/slideLayout" Target="../slideLayouts/slideLayout40.xml" /><Relationship Id="rId6" Type="http://schemas.openxmlformats.org/officeDocument/2006/relationships/slideLayout" Target="../slideLayouts/slideLayout41.xml" /><Relationship Id="rId7" Type="http://schemas.openxmlformats.org/officeDocument/2006/relationships/slideLayout" Target="../slideLayouts/slideLayout42.xml" /><Relationship Id="rId8" Type="http://schemas.openxmlformats.org/officeDocument/2006/relationships/slideLayout" Target="../slideLayouts/slideLayout43.xml" /><Relationship Id="rId9" Type="http://schemas.openxmlformats.org/officeDocument/2006/relationships/slideLayout" Target="../slideLayouts/slideLayout4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blipFill dpi="0" rotWithShape="1">
          <a:blip r:embed="rId14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092" y="365211"/>
            <a:ext cx="10514231" cy="132587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92" y="1826048"/>
            <a:ext cx="10514231" cy="4352346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092" y="6357823"/>
            <a:ext cx="2742843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388EF-52D1-4258-9BE5-BCD010C7D4D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075" y="6357823"/>
            <a:ext cx="4114264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480" y="6357823"/>
            <a:ext cx="2742843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EE65E-57D2-4566-898C-4F2076833F8D}" type="slidenum">
              <a:rPr lang="zh-CN" altLang="en-US" smtClean="0"/>
              <a:t/>
            </a:fld>
            <a:endParaRPr lang="zh-CN" altLang="en-US"/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/>
        </p:nvPicPr>
        <p:blipFill>
          <a:blip r:embed="rId13" r:link="rId1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>
    <p:bg>
      <p:bgPr>
        <a:blipFill dpi="0" rotWithShape="1">
          <a:blip r:embed="rId7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Freeform 5"/>
          <p:cNvSpPr/>
          <p:nvPr userDrawn="1"/>
        </p:nvSpPr>
        <p:spPr bwMode="auto">
          <a:xfrm rot="5400000">
            <a:off x="11245248" y="6045087"/>
            <a:ext cx="541705" cy="479936"/>
          </a:xfrm>
          <a:custGeom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12" name="图片 1073743875" descr="学科网 zxxk.com" title=""/>
          <p:cNvPicPr>
            <a:picLocks noChangeAspect="1"/>
          </p:cNvPicPr>
          <p:nvPr/>
        </p:nvPicPr>
        <p:blipFill>
          <a:blip r:embed="rId6" r:link="rId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/>
  <p:timing/>
  <p:hf hdr="0" ftr="0" dt="0"/>
  <p:txStyles>
    <p:titleStyle>
      <a:lvl1pPr algn="l" defTabSz="121920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>
    <p:bg>
      <p:bgPr>
        <a:blipFill dpi="0" rotWithShape="1">
          <a:blip r:embed="rId7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Freeform 5"/>
          <p:cNvSpPr/>
          <p:nvPr userDrawn="1"/>
        </p:nvSpPr>
        <p:spPr bwMode="auto">
          <a:xfrm rot="5400000">
            <a:off x="11245248" y="6045087"/>
            <a:ext cx="541705" cy="479936"/>
          </a:xfrm>
          <a:custGeom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12" name="图片 1073743875" descr="学科网 zxxk.com" title=""/>
          <p:cNvPicPr>
            <a:picLocks noChangeAspect="1"/>
          </p:cNvPicPr>
          <p:nvPr/>
        </p:nvPicPr>
        <p:blipFill>
          <a:blip r:embed="rId6" r:link="rId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/>
  <p:timing/>
  <p:hf hdr="0" ftr="0" dt="0"/>
  <p:txStyles>
    <p:titleStyle>
      <a:lvl1pPr algn="l" defTabSz="121920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>
    <p:bg>
      <p:bgPr>
        <a:blipFill dpi="0" rotWithShape="1">
          <a:blip r:embed="rId7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Freeform 5"/>
          <p:cNvSpPr/>
          <p:nvPr userDrawn="1"/>
        </p:nvSpPr>
        <p:spPr bwMode="auto">
          <a:xfrm rot="5400000">
            <a:off x="11245248" y="6045087"/>
            <a:ext cx="541705" cy="479936"/>
          </a:xfrm>
          <a:custGeom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12" name="图片 1073743875" descr="学科网 zxxk.com" title=""/>
          <p:cNvPicPr>
            <a:picLocks noChangeAspect="1"/>
          </p:cNvPicPr>
          <p:nvPr/>
        </p:nvPicPr>
        <p:blipFill>
          <a:blip r:embed="rId6" r:link="rId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ransition/>
  <p:timing/>
  <p:hf hdr="0" ftr="0" dt="0"/>
  <p:txStyles>
    <p:titleStyle>
      <a:lvl1pPr algn="l" defTabSz="121920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>
    <p:bg>
      <p:bgPr>
        <a:blipFill dpi="0" rotWithShape="1">
          <a:blip r:embed="rId7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Freeform 5"/>
          <p:cNvSpPr/>
          <p:nvPr userDrawn="1"/>
        </p:nvSpPr>
        <p:spPr bwMode="auto">
          <a:xfrm rot="5400000">
            <a:off x="11245248" y="6045087"/>
            <a:ext cx="541705" cy="479936"/>
          </a:xfrm>
          <a:custGeom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12" name="图片 1073743875" descr="学科网 zxxk.com" title=""/>
          <p:cNvPicPr>
            <a:picLocks noChangeAspect="1"/>
          </p:cNvPicPr>
          <p:nvPr/>
        </p:nvPicPr>
        <p:blipFill>
          <a:blip r:embed="rId6" r:link="rId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ransition/>
  <p:timing/>
  <p:hf hdr="0" ftr="0" dt="0"/>
  <p:txStyles>
    <p:titleStyle>
      <a:lvl1pPr algn="l" defTabSz="121920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>
    <p:bg>
      <p:bgPr>
        <a:blipFill dpi="0" rotWithShape="1">
          <a:blip r:embed="rId7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Freeform 5"/>
          <p:cNvSpPr/>
          <p:nvPr userDrawn="1"/>
        </p:nvSpPr>
        <p:spPr bwMode="auto">
          <a:xfrm rot="5400000">
            <a:off x="11245248" y="6045087"/>
            <a:ext cx="541705" cy="479936"/>
          </a:xfrm>
          <a:custGeom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12" name="图片 1073743875" descr="学科网 zxxk.com" title=""/>
          <p:cNvPicPr>
            <a:picLocks noChangeAspect="1"/>
          </p:cNvPicPr>
          <p:nvPr/>
        </p:nvPicPr>
        <p:blipFill>
          <a:blip r:embed="rId6" r:link="rId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ransition/>
  <p:timing/>
  <p:hf hdr="0" ftr="0" dt="0"/>
  <p:txStyles>
    <p:titleStyle>
      <a:lvl1pPr algn="l" defTabSz="121920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>
    <p:bg>
      <p:bgPr>
        <a:blipFill dpi="0" rotWithShape="1">
          <a:blip r:embed="rId7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Freeform 5"/>
          <p:cNvSpPr/>
          <p:nvPr userDrawn="1"/>
        </p:nvSpPr>
        <p:spPr bwMode="auto">
          <a:xfrm rot="5400000">
            <a:off x="11245248" y="6045087"/>
            <a:ext cx="541705" cy="479936"/>
          </a:xfrm>
          <a:custGeom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12" name="图片 1073743875" descr="学科网 zxxk.com" title=""/>
          <p:cNvPicPr>
            <a:picLocks noChangeAspect="1"/>
          </p:cNvPicPr>
          <p:nvPr/>
        </p:nvPicPr>
        <p:blipFill>
          <a:blip r:embed="rId6" r:link="rId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transition/>
  <p:timing/>
  <p:hf hdr="0" ftr="0" dt="0"/>
  <p:txStyles>
    <p:titleStyle>
      <a:lvl1pPr algn="l" defTabSz="121920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>
    <p:bg>
      <p:bgPr>
        <a:blipFill dpi="0" rotWithShape="1">
          <a:blip r:embed="rId7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Freeform 5"/>
          <p:cNvSpPr/>
          <p:nvPr userDrawn="1"/>
        </p:nvSpPr>
        <p:spPr bwMode="auto">
          <a:xfrm rot="5400000">
            <a:off x="11245248" y="6045087"/>
            <a:ext cx="541705" cy="479936"/>
          </a:xfrm>
          <a:custGeom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12" name="图片 1073743875" descr="学科网 zxxk.com" title=""/>
          <p:cNvPicPr>
            <a:picLocks noChangeAspect="1"/>
          </p:cNvPicPr>
          <p:nvPr/>
        </p:nvPicPr>
        <p:blipFill>
          <a:blip r:embed="rId6" r:link="rId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ransition/>
  <p:timing/>
  <p:hf hdr="0" ftr="0" dt="0"/>
  <p:txStyles>
    <p:titleStyle>
      <a:lvl1pPr algn="l" defTabSz="121920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>
    <p:bg>
      <p:bgPr>
        <a:blipFill dpi="0" rotWithShape="1">
          <a:blip r:embed="rId7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0" name="Picture 9" descr="hexa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413" cy="68595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35568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3"/>
            <a:ext cx="10971372" cy="416656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Freeform 5"/>
          <p:cNvSpPr/>
          <p:nvPr userDrawn="1"/>
        </p:nvSpPr>
        <p:spPr bwMode="auto">
          <a:xfrm rot="5400000">
            <a:off x="11245248" y="6045087"/>
            <a:ext cx="541705" cy="479936"/>
          </a:xfrm>
          <a:custGeom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97000"/>
                </a:schemeClr>
              </a:gs>
              <a:gs pos="2000">
                <a:schemeClr val="bg1">
                  <a:lumMod val="83000"/>
                </a:schemeClr>
              </a:gs>
            </a:gsLst>
            <a:lin ang="18900000" scaled="0"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18900000" scaled="0"/>
            </a:gra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636" y="177842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620504-D840-6A40-90BC-6F3747762F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3400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lumMod val="65000"/>
                  </a:prstClr>
                </a:solidFill>
              </a:rPr>
              <a:t>WWW.DESIGNERSPARADISE.COM</a:t>
            </a:r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12694" y="6275254"/>
            <a:ext cx="10463438" cy="19604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1415" y="6145720"/>
            <a:ext cx="479938" cy="304871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>
              <a:defRPr/>
            </a:pPr>
            <a:fld id="{857B18ED-D931-45F4-8873-1BEDAB4DC03E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t/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12" name="图片 1073743875" descr="学科网 zxxk.com" title=""/>
          <p:cNvPicPr>
            <a:picLocks noChangeAspect="1"/>
          </p:cNvPicPr>
          <p:nvPr/>
        </p:nvPicPr>
        <p:blipFill>
          <a:blip r:embed="rId6" r:link="rId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</p:sldLayoutIdLst>
  <p:transition/>
  <p:timing/>
  <p:hf hdr="0" ftr="0" dt="0"/>
  <p:txStyles>
    <p:titleStyle>
      <a:lvl1pPr algn="l" defTabSz="1219200" rtl="0" eaLnBrk="1" latinLnBrk="0" hangingPunct="1">
        <a:spcBef>
          <a:spcPct val="0"/>
        </a:spcBef>
        <a:buNone/>
        <a:defRPr sz="4600" kern="1200">
          <a:solidFill>
            <a:srgbClr val="17375E"/>
          </a:solidFill>
          <a:latin typeface="Signika"/>
          <a:ea typeface="Open Sans Extrabold" pitchFamily="34" charset="0"/>
          <a:cs typeface="Signika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rgbClr val="17375E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rgbClr val="17375E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rgbClr val="17375E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900" kern="1200">
          <a:solidFill>
            <a:srgbClr val="17375E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1900" kern="1200">
          <a:solidFill>
            <a:srgbClr val="17375E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blipFill dpi="0" rotWithShape="1">
          <a:blip r:embed="rId16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274703"/>
            <a:ext cx="10971372" cy="1143265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21" y="6357825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196EC2F-0988-4314-AD4B-24FF16D7B45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357825"/>
            <a:ext cx="3860297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357825"/>
            <a:ext cx="2844430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/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/>
        </p:nvPicPr>
        <p:blipFill>
          <a:blip r:embed="rId15" r:link="rId14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transition/>
  <p:timing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8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audio" Target="../media/audio1111.wav" /><Relationship Id="rId5" Type="http://schemas.microsoft.com/office/2007/relationships/media" Target="../media/audio1111.wav" TargetMode="Internal" /><Relationship Id="rId6" Type="http://schemas.openxmlformats.org/officeDocument/2006/relationships/image" Target="../media/image8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jpeg" /><Relationship Id="rId4" Type="http://schemas.openxmlformats.org/officeDocument/2006/relationships/image" Target="../media/image10.png" /><Relationship Id="rId5" Type="http://schemas.microsoft.com/office/2007/relationships/media" Target="../media/media2.mp3" /><Relationship Id="rId6" Type="http://schemas.microsoft.com/office/2007/relationships/media" Target="../media/media2.mp3" TargetMode="In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1.png" /><Relationship Id="rId4" Type="http://schemas.microsoft.com/office/2007/relationships/hdphoto" Target="../media/image12.wdp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11.png" /><Relationship Id="rId4" Type="http://schemas.microsoft.com/office/2007/relationships/hdphoto" Target="../media/image12.wdp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13.png" /><Relationship Id="rId4" Type="http://schemas.openxmlformats.org/officeDocument/2006/relationships/image" Target="../media/image14.jpe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2" Type="http://schemas.openxmlformats.org/officeDocument/2006/relationships/image" Target="../media/image15.jpe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2" Type="http://schemas.openxmlformats.org/officeDocument/2006/relationships/image" Target="../media/image16.jpe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7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8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10" Type="http://schemas.microsoft.com/office/2007/relationships/media" Target="../media/media3.mp3" /><Relationship Id="rId11" Type="http://schemas.microsoft.com/office/2007/relationships/media" Target="../media/media3.mp3" TargetMode="Internal" /><Relationship Id="rId12" Type="http://schemas.openxmlformats.org/officeDocument/2006/relationships/image" Target="../media/image24.jpeg" /><Relationship Id="rId13" Type="http://schemas.openxmlformats.org/officeDocument/2006/relationships/image" Target="../media/image25.jpeg" /><Relationship Id="rId14" Type="http://schemas.openxmlformats.org/officeDocument/2006/relationships/image" Target="../media/image26.jpeg" /><Relationship Id="rId15" Type="http://schemas.openxmlformats.org/officeDocument/2006/relationships/image" Target="../media/image27.jpeg" /><Relationship Id="rId16" Type="http://schemas.openxmlformats.org/officeDocument/2006/relationships/image" Target="../media/image28.jpeg" /><Relationship Id="rId17" Type="http://schemas.openxmlformats.org/officeDocument/2006/relationships/image" Target="../media/image15.jpeg" /><Relationship Id="rId2" Type="http://schemas.openxmlformats.org/officeDocument/2006/relationships/image" Target="../media/image17.jpeg" /><Relationship Id="rId3" Type="http://schemas.openxmlformats.org/officeDocument/2006/relationships/image" Target="../media/image18.jpeg" /><Relationship Id="rId4" Type="http://schemas.openxmlformats.org/officeDocument/2006/relationships/image" Target="../media/image19.jpeg" /><Relationship Id="rId5" Type="http://schemas.openxmlformats.org/officeDocument/2006/relationships/image" Target="../media/image20.jpeg" /><Relationship Id="rId6" Type="http://schemas.openxmlformats.org/officeDocument/2006/relationships/image" Target="../media/image21.jpeg" /><Relationship Id="rId7" Type="http://schemas.openxmlformats.org/officeDocument/2006/relationships/image" Target="../media/image22.jpeg" /><Relationship Id="rId8" Type="http://schemas.openxmlformats.org/officeDocument/2006/relationships/image" Target="../media/image23.jpeg" /><Relationship Id="rId9" Type="http://schemas.openxmlformats.org/officeDocument/2006/relationships/image" Target="../media/image10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29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20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6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30.png" /><Relationship Id="rId4" Type="http://schemas.openxmlformats.org/officeDocument/2006/relationships/image" Target="../media/image13.png" /><Relationship Id="rId5" Type="http://schemas.openxmlformats.org/officeDocument/2006/relationships/image" Target="../media/image14.jpe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9" name="dubuque精美钢琴曲" title="">
            <a:hlinkClick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46093" y="-1396459"/>
            <a:ext cx="609600" cy="609600"/>
          </a:xfrm>
          <a:prstGeom prst="rect">
            <a:avLst/>
          </a:prstGeom>
        </p:spPr>
      </p:pic>
      <p:pic>
        <p:nvPicPr>
          <p:cNvPr id="3" name="图片 2" title="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29620"/>
            <a:ext cx="12190413" cy="6857107"/>
          </a:xfrm>
          <a:prstGeom prst="rect">
            <a:avLst/>
          </a:prstGeom>
        </p:spPr>
      </p:pic>
      <p:sp>
        <p:nvSpPr>
          <p:cNvPr id="17" name="矩形 16" title=""/>
          <p:cNvSpPr/>
          <p:nvPr/>
        </p:nvSpPr>
        <p:spPr>
          <a:xfrm>
            <a:off x="354012" y="342900"/>
            <a:ext cx="11482388" cy="6173786"/>
          </a:xfrm>
          <a:prstGeom prst="rect">
            <a:avLst/>
          </a:prstGeom>
          <a:noFill/>
          <a:ln>
            <a:solidFill>
              <a:srgbClr val="A172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spc="600">
              <a:solidFill>
                <a:srgbClr val="A1726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ctr"/>
            <a:endParaRPr lang="zh-CN" altLang="en-US" sz="4400" b="1" spc="600">
              <a:solidFill>
                <a:srgbClr val="A1726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ctr"/>
            <a:r>
              <a:rPr lang="zh-CN" altLang="en-US" sz="4400" b="1" spc="600">
                <a:solidFill>
                  <a:srgbClr val="A172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《秋天的怀</a:t>
            </a:r>
            <a:r>
              <a:rPr lang="zh-CN" altLang="en-US" sz="4400" b="1" spc="600" smtClean="0">
                <a:solidFill>
                  <a:srgbClr val="A172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念》主题探究</a:t>
            </a:r>
            <a:endParaRPr lang="zh-CN" altLang="en-US" sz="4000" b="1" spc="600" smtClean="0">
              <a:solidFill>
                <a:srgbClr val="A172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endParaRPr lang="zh-CN" altLang="en-US" sz="4000" b="1" spc="600" smtClean="0">
              <a:solidFill>
                <a:srgbClr val="A172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4000" b="1" spc="600">
                <a:solidFill>
                  <a:srgbClr val="A172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endParaRPr lang="zh-CN" altLang="en-US" sz="3200" b="1" spc="600" smtClean="0">
              <a:solidFill>
                <a:srgbClr val="A172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 title=""/>
          <p:cNvSpPr txBox="1"/>
          <p:nvPr/>
        </p:nvSpPr>
        <p:spPr>
          <a:xfrm>
            <a:off x="1598295" y="1675765"/>
            <a:ext cx="84347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/>
              <a:t> </a:t>
            </a:r>
            <a:r>
              <a:rPr lang="en-US" altLang="zh-CN" sz="4000">
                <a:solidFill>
                  <a:srgbClr val="FF0000"/>
                </a:solidFill>
              </a:rPr>
              <a:t> </a:t>
            </a:r>
            <a:r>
              <a:rPr lang="zh-CN" altLang="en-US" sz="48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感悟心路历程  活出生命高度</a:t>
            </a:r>
            <a:r>
              <a:rPr lang="zh-CN" altLang="en-US" sz="400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 </a:t>
            </a:r>
            <a:endParaRPr lang="zh-CN" altLang="en-US" sz="320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audio>
              <p:cMediaNode vol="80000" numSld="999">
                <p:cTn id="2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111181"/>
            <a:ext cx="12190413" cy="842222"/>
            <a:chOff x="0" y="534091"/>
            <a:chExt cx="12190413" cy="842222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141412" y="534091"/>
              <a:ext cx="3532188" cy="676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 eaLnBrk="1" hangingPunct="1"/>
              <a:r>
                <a:rPr lang="zh-CN" altLang="en-US" sz="4400" b="1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初识史铁生</a:t>
              </a:r>
              <a:endParaRPr lang="zh-CN" altLang="en-US" sz="4400" b="1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7" name="Picture 3" title="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0999" y="1380067"/>
            <a:ext cx="3581401" cy="489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圆角矩形 8" title=""/>
          <p:cNvSpPr/>
          <p:nvPr/>
        </p:nvSpPr>
        <p:spPr>
          <a:xfrm>
            <a:off x="143932" y="1380067"/>
            <a:ext cx="7763935" cy="4891258"/>
          </a:xfrm>
          <a:prstGeom prst="roundRect">
            <a:avLst/>
          </a:prstGeom>
          <a:noFill/>
          <a:ln>
            <a:solidFill>
              <a:srgbClr val="A172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 title=""/>
          <p:cNvSpPr/>
          <p:nvPr/>
        </p:nvSpPr>
        <p:spPr>
          <a:xfrm>
            <a:off x="330199" y="1574800"/>
            <a:ext cx="7501468" cy="436879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buClr>
                <a:schemeClr val="tx1"/>
              </a:buClr>
              <a:buFontTx/>
              <a:buNone/>
            </a:pPr>
            <a:r>
              <a:rPr lang="zh-CN" altLang="en-US" sz="2400" b="1" smtClean="0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当</a:t>
            </a:r>
            <a:r>
              <a:rPr lang="zh-CN" altLang="en-US" sz="24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我们认识他的时候，他就是以一个坐在轮椅上的文学家形象展现在世人面前，但你们不知道的是，曾经的他还是个运动健将。身材健硕，风华正茂、才华出众的他，是全校女生崇拜的男神。可这样优秀的他，</a:t>
            </a:r>
            <a:r>
              <a:rPr lang="en-US" altLang="zh-CN" sz="24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24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岁时，在最狂妄的年龄，他忽地残废了双腿，从意气风发跌入人生低谷，又走上文学巅峰，史铁生是如何做到的呢？让我</a:t>
            </a:r>
            <a:r>
              <a:rPr lang="zh-CN" altLang="en-US" sz="2400" b="1" smtClean="0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们一起再走</a:t>
            </a:r>
            <a:r>
              <a:rPr lang="zh-CN" altLang="en-US" sz="24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进今天的课文</a:t>
            </a:r>
            <a:r>
              <a:rPr lang="en-US" altLang="zh-CN" sz="24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——《</a:t>
            </a:r>
            <a:r>
              <a:rPr lang="zh-CN" altLang="en-US" sz="24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秋天的怀念</a:t>
            </a:r>
            <a:r>
              <a:rPr lang="en-US" altLang="zh-CN" sz="24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1">
              <a:solidFill>
                <a:srgbClr val="A172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《秋天的怀念》配乐1.mp3" title="">
            <a:hlinkClick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96146" y="6271325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120438"/>
            <a:ext cx="12190413" cy="832965"/>
            <a:chOff x="0" y="543348"/>
            <a:chExt cx="12190413" cy="832965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120775" y="543348"/>
              <a:ext cx="3751580" cy="676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altLang="en-US" sz="4400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感悟意图</a:t>
              </a:r>
              <a:endParaRPr lang="zh-CN" altLang="en-US" sz="4400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圆角矩形 4" title=""/>
          <p:cNvSpPr/>
          <p:nvPr/>
        </p:nvSpPr>
        <p:spPr>
          <a:xfrm>
            <a:off x="2246630" y="1393190"/>
            <a:ext cx="9411970" cy="38995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buClr>
                <a:schemeClr val="tx1"/>
              </a:buClr>
              <a:buFontTx/>
              <a:buNone/>
            </a:pPr>
            <a:r>
              <a:rPr lang="zh-CN" altLang="en-US" sz="2800" b="1" smtClean="0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七年级上册第二单元</a:t>
            </a:r>
            <a:r>
              <a:rPr lang="zh-CN" altLang="en-US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的课文都是以“爱”为主题，一个“情”字贯穿文章的始终。</a:t>
            </a:r>
            <a:r>
              <a:rPr lang="en-US" altLang="zh-CN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秋天的怀念</a:t>
            </a:r>
            <a:r>
              <a:rPr lang="en-US" altLang="zh-CN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用凝重的笔触诠释了母爱的无私、深沉与宽容，对生命和生存问题进行了深刻反思，是一篇充满人生哲理的感人作</a:t>
            </a:r>
            <a:r>
              <a:rPr lang="zh-CN" altLang="en-US" sz="2800" b="1" smtClean="0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品。</a:t>
            </a:r>
            <a:endParaRPr lang="zh-CN" altLang="en-US" sz="2400">
              <a:solidFill>
                <a:srgbClr val="A17260"/>
              </a:solidFill>
            </a:endParaRPr>
          </a:p>
        </p:txBody>
      </p:sp>
      <p:pic>
        <p:nvPicPr>
          <p:cNvPr id="6" name="Picture 5" title="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68" y="2125133"/>
            <a:ext cx="1991440" cy="2853267"/>
          </a:xfrm>
          <a:prstGeom prst="rect">
            <a:avLst/>
          </a:prstGeom>
          <a:noFill/>
        </p:spPr>
      </p:pic>
      <p:sp>
        <p:nvSpPr>
          <p:cNvPr id="3" name="圆角矩形 2" title=""/>
          <p:cNvSpPr/>
          <p:nvPr/>
        </p:nvSpPr>
        <p:spPr>
          <a:xfrm>
            <a:off x="2482215" y="1545590"/>
            <a:ext cx="8851900" cy="3594100"/>
          </a:xfrm>
          <a:prstGeom prst="roundRect">
            <a:avLst/>
          </a:prstGeom>
          <a:noFill/>
          <a:ln>
            <a:solidFill>
              <a:srgbClr val="A172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矩形 10" title=""/>
          <p:cNvSpPr/>
          <p:nvPr/>
        </p:nvSpPr>
        <p:spPr>
          <a:xfrm flipV="1">
            <a:off x="0" y="907415"/>
            <a:ext cx="12190730" cy="45720"/>
          </a:xfrm>
          <a:prstGeom prst="rect">
            <a:avLst/>
          </a:prstGeom>
          <a:solidFill>
            <a:srgbClr val="A17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 title=""/>
          <p:cNvSpPr/>
          <p:nvPr/>
        </p:nvSpPr>
        <p:spPr>
          <a:xfrm>
            <a:off x="2797438" y="1747910"/>
            <a:ext cx="8861162" cy="35444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buClr>
                <a:schemeClr val="tx1"/>
              </a:buClr>
              <a:buFontTx/>
              <a:buNone/>
            </a:pPr>
            <a:r>
              <a:rPr lang="zh-CN" altLang="en-US" sz="2800" b="1" smtClean="0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本次课通</a:t>
            </a:r>
            <a:r>
              <a:rPr lang="zh-CN" altLang="en-US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过探讨</a:t>
            </a:r>
            <a:r>
              <a:rPr lang="en-US" altLang="zh-CN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秋天的怀念</a:t>
            </a:r>
            <a:r>
              <a:rPr lang="en-US" altLang="zh-CN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这篇课文里所蕴含的母爱和生命意识，探寻作者特殊心路历程下独特的生命感</a:t>
            </a:r>
            <a:r>
              <a:rPr lang="zh-CN" altLang="en-US" sz="2800" b="1" smtClean="0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受，</a:t>
            </a:r>
            <a:r>
              <a:rPr lang="zh-CN" altLang="en-US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来显示本文最为核心的价值</a:t>
            </a:r>
            <a:r>
              <a:rPr lang="en-US" altLang="zh-CN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情感、生命教育</a:t>
            </a:r>
            <a:r>
              <a:rPr lang="zh-CN" altLang="en-US" sz="2800" b="1" smtClean="0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，践行语</a:t>
            </a:r>
            <a:r>
              <a:rPr lang="zh-CN" altLang="en-US" sz="2800" b="1">
                <a:solidFill>
                  <a:srgbClr val="A172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文教育中的“立德树人”。</a:t>
            </a:r>
            <a:endParaRPr lang="zh-CN" altLang="en-US" sz="2400">
              <a:solidFill>
                <a:srgbClr val="A17260"/>
              </a:solidFill>
            </a:endParaRPr>
          </a:p>
        </p:txBody>
      </p:sp>
      <p:pic>
        <p:nvPicPr>
          <p:cNvPr id="6" name="Picture 5" title="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68" y="2125133"/>
            <a:ext cx="1991440" cy="2853267"/>
          </a:xfrm>
          <a:prstGeom prst="rect">
            <a:avLst/>
          </a:prstGeom>
          <a:noFill/>
        </p:spPr>
      </p:pic>
      <p:sp>
        <p:nvSpPr>
          <p:cNvPr id="3" name="圆角矩形 2" title=""/>
          <p:cNvSpPr/>
          <p:nvPr/>
        </p:nvSpPr>
        <p:spPr>
          <a:xfrm>
            <a:off x="2482215" y="1723390"/>
            <a:ext cx="8851900" cy="3594100"/>
          </a:xfrm>
          <a:prstGeom prst="roundRect">
            <a:avLst/>
          </a:prstGeom>
          <a:noFill/>
          <a:ln>
            <a:solidFill>
              <a:srgbClr val="A172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159791"/>
            <a:ext cx="12190413" cy="793612"/>
            <a:chOff x="0" y="582701"/>
            <a:chExt cx="12190413" cy="793612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285344" y="582701"/>
              <a:ext cx="4268790" cy="61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altLang="en-US" sz="4000" b="1" spc="30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感悟心路历程</a:t>
              </a:r>
              <a:endParaRPr lang="zh-CN" altLang="en-US" sz="4000" b="1" spc="30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13" name="Text Box 4" title=""/>
          <p:cNvSpPr txBox="1">
            <a:spLocks noChangeArrowheads="1"/>
          </p:cNvSpPr>
          <p:nvPr/>
        </p:nvSpPr>
        <p:spPr bwMode="auto">
          <a:xfrm>
            <a:off x="130810" y="2109470"/>
            <a:ext cx="11758930" cy="33229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600" b="1">
                <a:latin typeface="+mn-ea"/>
              </a:rPr>
              <a:t>   </a:t>
            </a:r>
            <a:r>
              <a:rPr lang="zh-CN" altLang="en-US" sz="3600" b="1" smtClean="0">
                <a:latin typeface="+mn-ea"/>
              </a:rPr>
              <a:t>双</a:t>
            </a:r>
            <a:r>
              <a:rPr lang="zh-CN" altLang="en-US" sz="3600" b="1">
                <a:latin typeface="+mn-ea"/>
              </a:rPr>
              <a:t>腿</a:t>
            </a:r>
            <a:r>
              <a:rPr lang="zh-CN" altLang="en-US" sz="3600" b="1" smtClean="0">
                <a:latin typeface="+mn-ea"/>
              </a:rPr>
              <a:t>瘫痪</a:t>
            </a:r>
            <a:r>
              <a:rPr lang="zh-CN" altLang="en-US" sz="3600" b="1">
                <a:latin typeface="+mn-ea"/>
              </a:rPr>
              <a:t>后，史铁生最初的心情如何呢？请找出相关语句，读一读，说说你感受到了他怎样的心情？</a:t>
            </a:r>
            <a:endParaRPr lang="en-US" altLang="zh-CN" sz="3600" b="1"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3200" b="1" smtClean="0">
                <a:latin typeface="+mn-ea"/>
              </a:rPr>
              <a:t>    （</a:t>
            </a:r>
            <a:r>
              <a:rPr lang="zh-CN" altLang="en-US" sz="3200" b="1">
                <a:solidFill>
                  <a:srgbClr val="FF0000"/>
                </a:solidFill>
                <a:latin typeface="+mn-ea"/>
              </a:rPr>
              <a:t>提示：从动作描写、语言描写等角度分析</a:t>
            </a:r>
            <a:r>
              <a:rPr lang="zh-CN" altLang="en-US" sz="3200" b="1">
                <a:latin typeface="+mn-ea"/>
              </a:rPr>
              <a:t>）</a:t>
            </a:r>
            <a:endParaRPr lang="zh-CN" altLang="en-US" sz="3200" b="1">
              <a:latin typeface="+mn-ea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3600" b="1">
              <a:latin typeface="+mn-ea"/>
            </a:endParaRPr>
          </a:p>
        </p:txBody>
      </p:sp>
      <p:sp>
        <p:nvSpPr>
          <p:cNvPr id="14" name="TextBox 13" title=""/>
          <p:cNvSpPr txBox="1"/>
          <p:nvPr/>
        </p:nvSpPr>
        <p:spPr>
          <a:xfrm>
            <a:off x="1285344" y="1251504"/>
            <a:ext cx="531862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（一）身</a:t>
            </a:r>
            <a:r>
              <a:rPr lang="zh-CN" altLang="en-US" sz="40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体的残</a:t>
            </a:r>
            <a:r>
              <a:rPr lang="zh-CN" altLang="en-US" sz="400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缺：</a:t>
            </a:r>
            <a:endParaRPr lang="zh-CN" altLang="en-US" sz="40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159791"/>
            <a:ext cx="12190413" cy="793612"/>
            <a:chOff x="0" y="582701"/>
            <a:chExt cx="12190413" cy="793612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285344" y="582701"/>
              <a:ext cx="4268790" cy="61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altLang="en-US" sz="4000" b="1" spc="30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感悟心</a:t>
              </a:r>
              <a:r>
                <a:rPr lang="zh-CN" altLang="en-US" sz="4000" b="1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路历程</a:t>
              </a:r>
              <a:endParaRPr lang="zh-CN" altLang="en-US" sz="4000" b="1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14" name="TextBox 13" title=""/>
          <p:cNvSpPr txBox="1"/>
          <p:nvPr/>
        </p:nvSpPr>
        <p:spPr>
          <a:xfrm>
            <a:off x="1262642" y="1124504"/>
            <a:ext cx="53186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（一）身体的残</a:t>
            </a:r>
            <a:r>
              <a:rPr lang="zh-CN" altLang="en-US" sz="400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缺</a:t>
            </a:r>
            <a:endParaRPr lang="zh-CN" altLang="en-US" sz="40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2" title=""/>
          <p:cNvSpPr txBox="1">
            <a:spLocks noChangeArrowheads="1"/>
          </p:cNvSpPr>
          <p:nvPr/>
        </p:nvSpPr>
        <p:spPr>
          <a:xfrm>
            <a:off x="656167" y="2109232"/>
            <a:ext cx="11148326" cy="43132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600" kern="12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9pPr>
          </a:lstStyle>
          <a:p>
            <a:pPr indent="267970"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36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   </a:t>
            </a:r>
            <a:r>
              <a:rPr lang="zh-CN" altLang="zh-CN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望着望着天上北归的雁阵，我会</a:t>
            </a:r>
            <a:r>
              <a:rPr lang="zh-CN" altLang="zh-CN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突然</a:t>
            </a:r>
            <a:r>
              <a:rPr lang="zh-CN" altLang="zh-CN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把面前的玻璃</a:t>
            </a:r>
            <a:r>
              <a:rPr lang="zh-CN" altLang="zh-CN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砸碎</a:t>
            </a:r>
            <a:r>
              <a:rPr lang="zh-CN" altLang="zh-CN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；</a:t>
            </a:r>
            <a:endParaRPr lang="zh-CN" altLang="zh-CN" sz="3200" b="1" kern="100">
              <a:solidFill>
                <a:prstClr val="black"/>
              </a:solidFill>
              <a:latin typeface="楷体" panose="02010609060101010101" charset="-122"/>
              <a:cs typeface="Times New Roman" panose="02020603050405020304"/>
            </a:endParaRPr>
          </a:p>
          <a:p>
            <a:pPr indent="267970"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   </a:t>
            </a:r>
            <a:r>
              <a:rPr lang="zh-CN" altLang="zh-CN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听着听着李谷一甜美的歌声，我会</a:t>
            </a:r>
            <a:r>
              <a:rPr lang="zh-CN" altLang="zh-CN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猛地</a:t>
            </a:r>
            <a:r>
              <a:rPr lang="zh-CN" altLang="zh-CN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把手边的东西</a:t>
            </a:r>
            <a:r>
              <a:rPr lang="zh-CN" altLang="zh-CN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摔向</a:t>
            </a:r>
            <a:r>
              <a:rPr lang="zh-CN" altLang="zh-CN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四周的墙壁</a:t>
            </a:r>
            <a:r>
              <a:rPr lang="zh-CN" altLang="zh-CN" sz="32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。</a:t>
            </a:r>
            <a:endParaRPr lang="en-US" altLang="zh-CN" sz="3200" b="1" kern="100" smtClean="0">
              <a:solidFill>
                <a:prstClr val="black"/>
              </a:solidFill>
              <a:latin typeface="楷体" panose="02010609060101010101" charset="-122"/>
              <a:cs typeface="Times New Roman" panose="02020603050405020304"/>
            </a:endParaRPr>
          </a:p>
          <a:p>
            <a:pPr indent="267970"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32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   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“不，我不去</a:t>
            </a:r>
            <a:r>
              <a:rPr lang="en-US" altLang="zh-CN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!”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我</a:t>
            </a:r>
            <a:r>
              <a:rPr lang="zh-CN" altLang="en-US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狠命地捶打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这两条可恨的腿，喊着：“</a:t>
            </a:r>
            <a:r>
              <a:rPr lang="zh-CN" altLang="en-US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我活着有什么劲</a:t>
            </a:r>
            <a:r>
              <a:rPr lang="en-US" altLang="zh-CN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!</a:t>
            </a:r>
            <a:r>
              <a:rPr lang="en-US" altLang="zh-CN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” </a:t>
            </a:r>
            <a:endParaRPr lang="en-US" altLang="zh-CN" sz="3200" b="1" kern="100">
              <a:solidFill>
                <a:prstClr val="black"/>
              </a:solidFill>
              <a:latin typeface="楷体" panose="02010609060101010101" charset="-122"/>
              <a:cs typeface="Times New Roman" panose="02020603050405020304"/>
            </a:endParaRPr>
          </a:p>
          <a:p>
            <a:pPr indent="267970" algn="just">
              <a:lnSpc>
                <a:spcPct val="150000"/>
              </a:lnSpc>
              <a:spcAft>
                <a:spcPct val="0"/>
              </a:spcAft>
            </a:pPr>
            <a:endParaRPr lang="zh-CN" altLang="zh-CN" sz="3600" b="1" kern="100">
              <a:solidFill>
                <a:prstClr val="black"/>
              </a:solidFill>
              <a:latin typeface="楷体" panose="02010609060101010101" charset="-122"/>
              <a:cs typeface="Times New Roman" panose="02020603050405020304"/>
            </a:endParaRPr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159791"/>
            <a:ext cx="12190413" cy="793612"/>
            <a:chOff x="0" y="582701"/>
            <a:chExt cx="12190413" cy="793612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285344" y="582701"/>
              <a:ext cx="4268790" cy="61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4000" b="1" spc="300" smtClean="0">
                  <a:solidFill>
                    <a:srgbClr val="A1726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 </a:t>
              </a:r>
              <a:r>
                <a:rPr lang="zh-CN" altLang="en-US" sz="4000" b="1" spc="30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感悟心</a:t>
              </a:r>
              <a:r>
                <a:rPr lang="zh-CN" altLang="en-US" sz="4000" b="1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路历程</a:t>
              </a:r>
              <a:endParaRPr lang="zh-CN" altLang="en-US" sz="4000" b="1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9" name="Text Box 4" title=""/>
          <p:cNvSpPr txBox="1">
            <a:spLocks noChangeArrowheads="1"/>
          </p:cNvSpPr>
          <p:nvPr/>
        </p:nvSpPr>
        <p:spPr bwMode="auto">
          <a:xfrm>
            <a:off x="580850" y="1958173"/>
            <a:ext cx="11473395" cy="40318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sz="3200" b="1">
                <a:solidFill>
                  <a:prstClr val="black"/>
                </a:solidFill>
                <a:latin typeface="楷体" panose="02010609060101010101" charset="-122"/>
              </a:rPr>
              <a:t>     史铁生的妹妹史岚回忆道：</a:t>
            </a:r>
            <a:endParaRPr lang="zh-CN" altLang="en-US" sz="3200" b="1">
              <a:solidFill>
                <a:prstClr val="black"/>
              </a:solidFill>
              <a:latin typeface="楷体" panose="02010609060101010101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zh-CN" altLang="en-US" sz="3200" b="1">
                <a:solidFill>
                  <a:prstClr val="black"/>
                </a:solidFill>
                <a:latin typeface="楷体" panose="02010609060101010101" charset="-122"/>
              </a:rPr>
              <a:t>     “我亲眼看见他把一整瓶药一口吞下，然后疼得在床上打滚，看见他一把摸向电源，全院电灯瞬间熄灭，才知道什么是真正的</a:t>
            </a:r>
            <a:r>
              <a:rPr lang="zh-CN" altLang="en-US" sz="3200" b="1">
                <a:solidFill>
                  <a:srgbClr val="FF0000"/>
                </a:solidFill>
                <a:latin typeface="楷体" panose="02010609060101010101" charset="-122"/>
              </a:rPr>
              <a:t>恐惧和绝望</a:t>
            </a:r>
            <a:r>
              <a:rPr lang="zh-CN" altLang="en-US" sz="3200" b="1">
                <a:solidFill>
                  <a:prstClr val="black"/>
                </a:solidFill>
                <a:latin typeface="楷体" panose="02010609060101010101" charset="-122"/>
              </a:rPr>
              <a:t>。”</a:t>
            </a:r>
            <a:endParaRPr lang="zh-CN" altLang="en-US" sz="3200" b="1">
              <a:solidFill>
                <a:prstClr val="black"/>
              </a:solidFill>
              <a:latin typeface="楷体" panose="02010609060101010101" charset="-122"/>
            </a:endParaRPr>
          </a:p>
        </p:txBody>
      </p:sp>
      <p:sp>
        <p:nvSpPr>
          <p:cNvPr id="10" name="TextBox 9" title=""/>
          <p:cNvSpPr txBox="1"/>
          <p:nvPr/>
        </p:nvSpPr>
        <p:spPr>
          <a:xfrm>
            <a:off x="1439326" y="1305192"/>
            <a:ext cx="5318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（一）身体的残缺</a:t>
            </a:r>
            <a:endParaRPr lang="zh-CN" altLang="en-US" sz="36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9" name="Text Box 4" title=""/>
          <p:cNvSpPr txBox="1">
            <a:spLocks noChangeArrowheads="1"/>
          </p:cNvSpPr>
          <p:nvPr/>
        </p:nvSpPr>
        <p:spPr bwMode="auto">
          <a:xfrm>
            <a:off x="3309673" y="610308"/>
            <a:ext cx="5470261" cy="3631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sz="11500" b="1" smtClean="0">
                <a:solidFill>
                  <a:srgbClr val="FF0000"/>
                </a:solidFill>
                <a:latin typeface="楷体" panose="02010609060101010101" charset="-122"/>
              </a:rPr>
              <a:t>不想活</a:t>
            </a:r>
            <a:endParaRPr lang="zh-CN" altLang="en-US" sz="11500" b="1">
              <a:solidFill>
                <a:srgbClr val="FF0000"/>
              </a:solidFill>
              <a:latin typeface="楷体" panose="02010609060101010101" charset="-122"/>
            </a:endParaRP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159791"/>
            <a:ext cx="12190413" cy="793612"/>
            <a:chOff x="0" y="582701"/>
            <a:chExt cx="12190413" cy="793612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285344" y="582701"/>
              <a:ext cx="4268790" cy="61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altLang="en-US" sz="4000" b="1" spc="30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感悟心</a:t>
              </a:r>
              <a:r>
                <a:rPr lang="zh-CN" altLang="en-US" sz="4000" b="1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路历程</a:t>
              </a:r>
              <a:endParaRPr lang="zh-CN" altLang="en-US" sz="4000" b="1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9" name="矩形 8" title=""/>
          <p:cNvSpPr/>
          <p:nvPr/>
        </p:nvSpPr>
        <p:spPr>
          <a:xfrm>
            <a:off x="173990" y="2311400"/>
            <a:ext cx="11787505" cy="332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smtClean="0">
                <a:solidFill>
                  <a:prstClr val="black"/>
                </a:solidFill>
                <a:latin typeface="楷体" panose="02010609060101010101" charset="-122"/>
              </a:rPr>
              <a:t>    </a:t>
            </a:r>
            <a:r>
              <a:rPr lang="en-US" altLang="zh-CN" sz="3600" b="1" smtClean="0">
                <a:solidFill>
                  <a:prstClr val="black"/>
                </a:solidFill>
                <a:latin typeface="楷体" panose="02010609060101010101" charset="-122"/>
              </a:rPr>
              <a:t>1.</a:t>
            </a:r>
            <a:r>
              <a:rPr lang="zh-CN" altLang="en-US" sz="3600" b="1" smtClean="0">
                <a:solidFill>
                  <a:prstClr val="black"/>
                </a:solidFill>
                <a:latin typeface="楷体" panose="02010609060101010101" charset="-122"/>
              </a:rPr>
              <a:t>面对这样的儿子，母亲是怎样做的</a:t>
            </a:r>
            <a:r>
              <a:rPr lang="zh-CN" altLang="en-US" sz="3600" b="1">
                <a:solidFill>
                  <a:prstClr val="black"/>
                </a:solidFill>
                <a:latin typeface="楷体" panose="02010609060101010101" charset="-122"/>
              </a:rPr>
              <a:t>呢</a:t>
            </a:r>
            <a:r>
              <a:rPr lang="zh-CN" altLang="en-US" sz="3600" b="1" smtClean="0">
                <a:solidFill>
                  <a:prstClr val="black"/>
                </a:solidFill>
                <a:latin typeface="楷体" panose="02010609060101010101" charset="-122"/>
              </a:rPr>
              <a:t>？请结合文中具体的</a:t>
            </a:r>
            <a:r>
              <a:rPr lang="zh-CN" altLang="en-US" sz="3600" b="1">
                <a:solidFill>
                  <a:prstClr val="black"/>
                </a:solidFill>
                <a:latin typeface="楷体" panose="02010609060101010101" charset="-122"/>
              </a:rPr>
              <a:t>细节描写</a:t>
            </a:r>
            <a:r>
              <a:rPr lang="zh-CN" altLang="en-US" sz="3600" b="1" smtClean="0">
                <a:solidFill>
                  <a:prstClr val="black"/>
                </a:solidFill>
                <a:latin typeface="楷体" panose="02010609060101010101" charset="-122"/>
              </a:rPr>
              <a:t>，分析母</a:t>
            </a:r>
            <a:r>
              <a:rPr lang="zh-CN" altLang="en-US" sz="3600" b="1">
                <a:solidFill>
                  <a:prstClr val="black"/>
                </a:solidFill>
                <a:latin typeface="楷体" panose="02010609060101010101" charset="-122"/>
              </a:rPr>
              <a:t>亲艰难的处境和心境。</a:t>
            </a:r>
            <a:r>
              <a:rPr lang="zh-CN" altLang="en-US" sz="3200" b="1" smtClean="0">
                <a:solidFill>
                  <a:prstClr val="black"/>
                </a:solidFill>
                <a:latin typeface="楷体" panose="02010609060101010101" charset="-122"/>
              </a:rPr>
              <a:t>   </a:t>
            </a:r>
            <a:endParaRPr lang="en-US" altLang="zh-CN" sz="3200" b="1" smtClean="0">
              <a:solidFill>
                <a:prstClr val="black"/>
              </a:solidFill>
              <a:latin typeface="楷体" panose="0201060906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b="1" smtClean="0">
                <a:solidFill>
                  <a:prstClr val="black"/>
                </a:solidFill>
                <a:latin typeface="楷体" panose="02010609060101010101" charset="-122"/>
              </a:rPr>
              <a:t>（</a:t>
            </a:r>
            <a:r>
              <a:rPr lang="zh-CN" altLang="en-US" sz="3200" b="1">
                <a:solidFill>
                  <a:srgbClr val="FF0000"/>
                </a:solidFill>
                <a:latin typeface="楷体" panose="02010609060101010101" charset="-122"/>
              </a:rPr>
              <a:t>提示：</a:t>
            </a:r>
            <a:r>
              <a:rPr lang="zh-CN" altLang="en-US" sz="3200" b="1" smtClean="0">
                <a:solidFill>
                  <a:srgbClr val="FF0000"/>
                </a:solidFill>
                <a:latin typeface="楷体" panose="02010609060101010101" charset="-122"/>
              </a:rPr>
              <a:t>从动作、语言、神态、心理描写等</a:t>
            </a:r>
            <a:r>
              <a:rPr lang="zh-CN" altLang="en-US" sz="3200" b="1">
                <a:solidFill>
                  <a:srgbClr val="FF0000"/>
                </a:solidFill>
                <a:latin typeface="楷体" panose="02010609060101010101" charset="-122"/>
              </a:rPr>
              <a:t>角度分析</a:t>
            </a:r>
            <a:r>
              <a:rPr lang="zh-CN" altLang="en-US" sz="3200" b="1">
                <a:solidFill>
                  <a:prstClr val="black"/>
                </a:solidFill>
                <a:latin typeface="楷体" panose="02010609060101010101" charset="-122"/>
              </a:rPr>
              <a:t>）</a:t>
            </a:r>
            <a:endParaRPr lang="zh-CN" altLang="en-US" sz="3200" b="1">
              <a:solidFill>
                <a:prstClr val="black"/>
              </a:solidFill>
              <a:latin typeface="楷体" panose="02010609060101010101" charset="-122"/>
            </a:endParaRPr>
          </a:p>
          <a:p>
            <a:pPr algn="just">
              <a:lnSpc>
                <a:spcPct val="150000"/>
              </a:lnSpc>
            </a:pPr>
            <a:endParaRPr lang="zh-CN" altLang="zh-CN" sz="3600" b="1">
              <a:solidFill>
                <a:prstClr val="black"/>
              </a:solidFill>
              <a:latin typeface="楷体" panose="02010609060101010101" charset="-122"/>
            </a:endParaRPr>
          </a:p>
        </p:txBody>
      </p:sp>
      <p:sp>
        <p:nvSpPr>
          <p:cNvPr id="10" name="TextBox 9" title=""/>
          <p:cNvSpPr txBox="1"/>
          <p:nvPr/>
        </p:nvSpPr>
        <p:spPr>
          <a:xfrm>
            <a:off x="1285344" y="1665131"/>
            <a:ext cx="5318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（二）母爱的救赎</a:t>
            </a:r>
            <a:endParaRPr lang="zh-CN" altLang="en-US" sz="36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119"/>
            <a:ext cx="12190413" cy="793612"/>
            <a:chOff x="0" y="582701"/>
            <a:chExt cx="12190413" cy="793612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285344" y="582701"/>
              <a:ext cx="4268790" cy="61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altLang="en-US" sz="4000" b="1" spc="30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感悟心</a:t>
              </a:r>
              <a:r>
                <a:rPr lang="zh-CN" altLang="en-US" sz="4000" b="1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路历程</a:t>
              </a:r>
              <a:endParaRPr lang="zh-CN" altLang="en-US" sz="4000" b="1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9" name="Rectangle 2" title=""/>
          <p:cNvSpPr txBox="1">
            <a:spLocks noChangeArrowheads="1"/>
          </p:cNvSpPr>
          <p:nvPr/>
        </p:nvSpPr>
        <p:spPr>
          <a:xfrm>
            <a:off x="350520" y="1318260"/>
            <a:ext cx="11079480" cy="43922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600" kern="12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9pPr>
          </a:lstStyle>
          <a:p>
            <a:pPr indent="267970" algn="just">
              <a:lnSpc>
                <a:spcPct val="150000"/>
              </a:lnSpc>
              <a:spcAft>
                <a:spcPct val="0"/>
              </a:spcAft>
            </a:pP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示例：</a:t>
            </a:r>
            <a:endParaRPr lang="zh-CN" altLang="en-US" sz="3200" b="1" kern="100">
              <a:solidFill>
                <a:prstClr val="black"/>
              </a:solidFill>
              <a:latin typeface="楷体" panose="02010609060101010101" charset="-122"/>
              <a:cs typeface="Times New Roman" panose="02020603050405020304"/>
            </a:endParaRPr>
          </a:p>
          <a:p>
            <a:pPr indent="267970" algn="just">
              <a:lnSpc>
                <a:spcPct val="150000"/>
              </a:lnSpc>
              <a:spcAft>
                <a:spcPct val="0"/>
              </a:spcAft>
            </a:pPr>
            <a:r>
              <a:rPr lang="zh-CN" altLang="en-US" sz="32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   母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亲就会</a:t>
            </a:r>
            <a:r>
              <a:rPr lang="zh-CN" altLang="en-US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悄悄地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躲出去，在我看不见的地方</a:t>
            </a:r>
            <a:r>
              <a:rPr lang="zh-CN" altLang="en-US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偷偷地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听着我的动</a:t>
            </a:r>
            <a:r>
              <a:rPr lang="zh-CN" altLang="en-US" sz="32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静</a:t>
            </a:r>
            <a:r>
              <a:rPr lang="en-US" altLang="zh-CN" sz="32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……</a:t>
            </a:r>
            <a:r>
              <a:rPr lang="zh-CN" altLang="en-US" sz="32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她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又</a:t>
            </a:r>
            <a:r>
              <a:rPr lang="zh-CN" altLang="en-US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悄悄地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进来，眼边</a:t>
            </a:r>
            <a:r>
              <a:rPr lang="zh-CN" altLang="en-US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红红的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，看着我。</a:t>
            </a:r>
            <a:endParaRPr lang="zh-CN" altLang="zh-CN" sz="3200" b="1" kern="100">
              <a:solidFill>
                <a:prstClr val="black"/>
              </a:solidFill>
              <a:latin typeface="楷体" panose="02010609060101010101" charset="-122"/>
              <a:cs typeface="Times New Roman" panose="02020603050405020304"/>
            </a:endParaRPr>
          </a:p>
          <a:p>
            <a:pPr indent="267970" algn="just">
              <a:lnSpc>
                <a:spcPct val="150000"/>
              </a:lnSpc>
              <a:spcAft>
                <a:spcPct val="0"/>
              </a:spcAft>
            </a:pPr>
            <a:r>
              <a:rPr lang="zh-CN" altLang="en-US" sz="32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   母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亲</a:t>
            </a:r>
            <a:r>
              <a:rPr lang="zh-CN" altLang="en-US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扑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过来</a:t>
            </a:r>
            <a:r>
              <a:rPr lang="zh-CN" altLang="en-US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抓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住我的手，</a:t>
            </a:r>
            <a:r>
              <a:rPr lang="zh-CN" altLang="en-US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忍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住哭声</a:t>
            </a:r>
            <a:r>
              <a:rPr lang="zh-CN" altLang="en-US" sz="32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说</a:t>
            </a:r>
            <a:r>
              <a:rPr lang="en-US" altLang="zh-CN" sz="32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……</a:t>
            </a:r>
            <a:endParaRPr lang="en-US" altLang="zh-CN" sz="3200" b="1" kern="100" smtClean="0">
              <a:solidFill>
                <a:prstClr val="black"/>
              </a:solidFill>
              <a:latin typeface="楷体" panose="02010609060101010101" charset="-122"/>
              <a:cs typeface="Times New Roman" panose="02020603050405020304"/>
            </a:endParaRPr>
          </a:p>
          <a:p>
            <a:pPr indent="267970" algn="just">
              <a:lnSpc>
                <a:spcPct val="150000"/>
              </a:lnSpc>
              <a:spcAft>
                <a:spcPct val="0"/>
              </a:spcAft>
            </a:pPr>
            <a:r>
              <a:rPr lang="zh-CN" altLang="en-US" sz="32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   对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于</a:t>
            </a:r>
            <a:r>
              <a:rPr lang="en-US" altLang="zh-CN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"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跑</a:t>
            </a:r>
            <a:r>
              <a:rPr lang="en-US" altLang="zh-CN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"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和</a:t>
            </a:r>
            <a:r>
              <a:rPr lang="en-US" altLang="zh-CN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"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踩</a:t>
            </a:r>
            <a:r>
              <a:rPr lang="en-US" altLang="zh-CN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"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一类的字眼，她比我还</a:t>
            </a:r>
            <a:r>
              <a:rPr lang="zh-CN" altLang="en-US" sz="32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敏感</a:t>
            </a:r>
            <a:r>
              <a:rPr lang="zh-CN" altLang="en-US" sz="32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。</a:t>
            </a:r>
            <a:endParaRPr lang="zh-CN" altLang="zh-CN" sz="3200" b="1" kern="100">
              <a:solidFill>
                <a:prstClr val="black"/>
              </a:solidFill>
              <a:latin typeface="楷体" panose="02010609060101010101" charset="-122"/>
              <a:cs typeface="Times New Roman" panose="02020603050405020304"/>
            </a:endParaRPr>
          </a:p>
        </p:txBody>
      </p:sp>
      <p:sp>
        <p:nvSpPr>
          <p:cNvPr id="10" name="TextBox 9" title=""/>
          <p:cNvSpPr txBox="1"/>
          <p:nvPr/>
        </p:nvSpPr>
        <p:spPr>
          <a:xfrm>
            <a:off x="350589" y="793731"/>
            <a:ext cx="5318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（二）母爱的救赎</a:t>
            </a:r>
            <a:endParaRPr lang="zh-CN" altLang="en-US" sz="36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147726"/>
            <a:ext cx="12190413" cy="805677"/>
            <a:chOff x="0" y="570636"/>
            <a:chExt cx="12190413" cy="805677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967844" y="570636"/>
              <a:ext cx="4268790" cy="61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altLang="en-US" sz="4000" b="1" spc="30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感悟心</a:t>
              </a:r>
              <a:r>
                <a:rPr lang="zh-CN" altLang="en-US" sz="4000" b="1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路历程</a:t>
              </a:r>
              <a:endParaRPr lang="zh-CN" altLang="en-US" sz="4000" b="1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9" name="矩形 8" title=""/>
          <p:cNvSpPr/>
          <p:nvPr/>
        </p:nvSpPr>
        <p:spPr>
          <a:xfrm>
            <a:off x="0" y="1753870"/>
            <a:ext cx="11616055" cy="3599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smtClean="0">
                <a:solidFill>
                  <a:prstClr val="black"/>
                </a:solidFill>
                <a:latin typeface="楷体" panose="02010609060101010101" charset="-122"/>
              </a:rPr>
              <a:t>    </a:t>
            </a:r>
            <a:r>
              <a:rPr lang="en-US" altLang="zh-CN" sz="4000" b="1" smtClean="0">
                <a:solidFill>
                  <a:prstClr val="black"/>
                </a:solidFill>
                <a:latin typeface="楷体" panose="02010609060101010101" charset="-122"/>
              </a:rPr>
              <a:t>2.</a:t>
            </a:r>
            <a:r>
              <a:rPr lang="zh-CN" altLang="en-US" sz="4000" b="1" smtClean="0">
                <a:solidFill>
                  <a:prstClr val="black"/>
                </a:solidFill>
                <a:latin typeface="楷体" panose="02010609060101010101" charset="-122"/>
              </a:rPr>
              <a:t>可当时母亲的身体状况又是怎样的呢？请找出文中相关句子。</a:t>
            </a:r>
            <a:endParaRPr lang="en-US" altLang="zh-CN" sz="4000" b="1">
              <a:solidFill>
                <a:prstClr val="black"/>
              </a:solidFill>
              <a:latin typeface="楷体" panose="02010609060101010101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3600" b="1">
                <a:solidFill>
                  <a:prstClr val="black"/>
                </a:solidFill>
                <a:latin typeface="楷体" panose="02010609060101010101" charset="-122"/>
              </a:rPr>
              <a:t>   </a:t>
            </a:r>
            <a:endParaRPr lang="zh-CN" altLang="en-US" sz="3600" b="1">
              <a:solidFill>
                <a:prstClr val="black"/>
              </a:solidFill>
              <a:latin typeface="楷体" panose="02010609060101010101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3600" b="1">
              <a:solidFill>
                <a:prstClr val="black"/>
              </a:solidFill>
              <a:latin typeface="楷体" panose="02010609060101010101" charset="-122"/>
            </a:endParaRPr>
          </a:p>
        </p:txBody>
      </p:sp>
      <p:sp>
        <p:nvSpPr>
          <p:cNvPr id="10" name="TextBox 9" title=""/>
          <p:cNvSpPr txBox="1"/>
          <p:nvPr/>
        </p:nvSpPr>
        <p:spPr>
          <a:xfrm>
            <a:off x="1124477" y="1107700"/>
            <a:ext cx="5318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（二）母爱的救赎</a:t>
            </a:r>
            <a:endParaRPr lang="zh-CN" altLang="en-US" sz="36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119"/>
            <a:ext cx="12190413" cy="793612"/>
            <a:chOff x="0" y="582701"/>
            <a:chExt cx="12190413" cy="793612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285344" y="582701"/>
              <a:ext cx="4268790" cy="61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altLang="en-US" sz="4000" b="1" spc="30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感悟心</a:t>
              </a:r>
              <a:r>
                <a:rPr lang="zh-CN" altLang="en-US" sz="4000" b="1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路历程</a:t>
              </a:r>
              <a:endParaRPr lang="zh-CN" altLang="en-US" sz="4000" b="1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9" name="Rectangle 2" title=""/>
          <p:cNvSpPr txBox="1">
            <a:spLocks noChangeArrowheads="1"/>
          </p:cNvSpPr>
          <p:nvPr/>
        </p:nvSpPr>
        <p:spPr>
          <a:xfrm>
            <a:off x="457200" y="1415391"/>
            <a:ext cx="11302999" cy="4893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600" kern="12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9pPr>
          </a:lstStyle>
          <a:p>
            <a:pPr indent="267970" algn="just">
              <a:lnSpc>
                <a:spcPct val="150000"/>
              </a:lnSpc>
              <a:spcAft>
                <a:spcPct val="0"/>
              </a:spcAft>
            </a:pPr>
            <a:r>
              <a:rPr lang="zh-CN" altLang="en-US" sz="3200" b="1" kern="100" smtClean="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示例：</a:t>
            </a:r>
            <a:endParaRPr lang="en-US" altLang="zh-CN" sz="3200" b="1" kern="100" smtClean="0">
              <a:solidFill>
                <a:srgbClr val="FF0000"/>
              </a:solidFill>
              <a:latin typeface="楷体" panose="02010609060101010101" charset="-122"/>
              <a:cs typeface="Times New Roman" panose="02020603050405020304"/>
            </a:endParaRPr>
          </a:p>
          <a:p>
            <a:pPr indent="267970" algn="just">
              <a:lnSpc>
                <a:spcPct val="150000"/>
              </a:lnSpc>
              <a:spcAft>
                <a:spcPct val="0"/>
              </a:spcAft>
            </a:pPr>
            <a:r>
              <a:rPr lang="zh-CN" altLang="en-US" sz="28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   可</a:t>
            </a:r>
            <a:r>
              <a:rPr lang="zh-CN" altLang="en-US" sz="28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我却一直都不知道，她的病已经到了那步田地。后来妹妹告诉我，她常常</a:t>
            </a:r>
            <a:r>
              <a:rPr lang="zh-CN" altLang="en-US" sz="28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肝疼得整宿整宿翻来覆去地睡不了觉</a:t>
            </a:r>
            <a:r>
              <a:rPr lang="zh-CN" altLang="en-US" sz="28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。</a:t>
            </a:r>
            <a:endParaRPr lang="en-US" altLang="zh-CN" sz="2800" b="1" kern="100" smtClean="0">
              <a:solidFill>
                <a:prstClr val="black"/>
              </a:solidFill>
              <a:latin typeface="楷体" panose="02010609060101010101" charset="-122"/>
              <a:cs typeface="Times New Roman" panose="02020603050405020304"/>
            </a:endParaRPr>
          </a:p>
          <a:p>
            <a:pPr indent="267970" algn="just">
              <a:lnSpc>
                <a:spcPct val="150000"/>
              </a:lnSpc>
              <a:spcAft>
                <a:spcPct val="0"/>
              </a:spcAft>
            </a:pPr>
            <a:r>
              <a:rPr lang="zh-CN" altLang="en-US" sz="28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   她</a:t>
            </a:r>
            <a:r>
              <a:rPr lang="zh-CN" altLang="en-US" sz="28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憔悴的脸上现出央求般的神色</a:t>
            </a:r>
            <a:r>
              <a:rPr lang="zh-CN" altLang="en-US" sz="28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。</a:t>
            </a:r>
            <a:endParaRPr lang="en-US" altLang="zh-CN" sz="2800" b="1" kern="100" smtClean="0">
              <a:solidFill>
                <a:prstClr val="black"/>
              </a:solidFill>
              <a:latin typeface="楷体" panose="02010609060101010101" charset="-122"/>
              <a:cs typeface="Times New Roman" panose="02020603050405020304"/>
            </a:endParaRPr>
          </a:p>
          <a:p>
            <a:pPr indent="267970" algn="just">
              <a:lnSpc>
                <a:spcPct val="150000"/>
              </a:lnSpc>
              <a:spcAft>
                <a:spcPct val="0"/>
              </a:spcAft>
            </a:pPr>
            <a:r>
              <a:rPr lang="zh-CN" altLang="en-US" sz="28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   她</a:t>
            </a:r>
            <a:r>
              <a:rPr lang="zh-CN" altLang="en-US" sz="28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出去了，就再也没回来</a:t>
            </a:r>
            <a:r>
              <a:rPr lang="zh-CN" altLang="en-US" sz="28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。邻</a:t>
            </a:r>
            <a:r>
              <a:rPr lang="zh-CN" altLang="en-US" sz="28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居们把她抬上车时，她还在</a:t>
            </a:r>
            <a:r>
              <a:rPr lang="zh-CN" altLang="en-US" sz="28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大口大口地吐着鲜</a:t>
            </a:r>
            <a:r>
              <a:rPr lang="zh-CN" altLang="en-US" sz="2800" b="1" kern="100" smtClean="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血</a:t>
            </a:r>
            <a:r>
              <a:rPr lang="en-US" altLang="zh-CN" sz="28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……</a:t>
            </a:r>
            <a:endParaRPr lang="en-US" altLang="zh-CN" sz="2800" b="1" kern="100" smtClean="0">
              <a:solidFill>
                <a:srgbClr val="FF0000"/>
              </a:solidFill>
              <a:latin typeface="楷体" panose="02010609060101010101" charset="-122"/>
              <a:cs typeface="Times New Roman" panose="02020603050405020304"/>
            </a:endParaRPr>
          </a:p>
          <a:p>
            <a:pPr indent="267970" algn="just">
              <a:lnSpc>
                <a:spcPct val="150000"/>
              </a:lnSpc>
              <a:spcAft>
                <a:spcPct val="0"/>
              </a:spcAft>
            </a:pPr>
            <a:r>
              <a:rPr lang="zh-CN" altLang="en-US" sz="28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   邻</a:t>
            </a:r>
            <a:r>
              <a:rPr lang="zh-CN" altLang="en-US" sz="2800" b="1" kern="10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居的小伙子背着我去看她的时候，她</a:t>
            </a:r>
            <a:r>
              <a:rPr lang="zh-CN" altLang="en-US" sz="2800" b="1" kern="10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正艰难地呼吸</a:t>
            </a:r>
            <a:r>
              <a:rPr lang="zh-CN" altLang="en-US" sz="2800" b="1" kern="100" smtClean="0">
                <a:solidFill>
                  <a:srgbClr val="FF0000"/>
                </a:solidFill>
                <a:latin typeface="楷体" panose="02010609060101010101" charset="-122"/>
                <a:cs typeface="Times New Roman" panose="02020603050405020304"/>
              </a:rPr>
              <a:t>着</a:t>
            </a:r>
            <a:r>
              <a:rPr lang="zh-CN" altLang="en-US" sz="2800" b="1" kern="100" smtClean="0">
                <a:solidFill>
                  <a:prstClr val="black"/>
                </a:solidFill>
                <a:latin typeface="楷体" panose="02010609060101010101" charset="-122"/>
                <a:cs typeface="Times New Roman" panose="02020603050405020304"/>
              </a:rPr>
              <a:t>。</a:t>
            </a:r>
            <a:endParaRPr lang="zh-CN" altLang="zh-CN" sz="2800" b="1" kern="100">
              <a:solidFill>
                <a:prstClr val="black"/>
              </a:solidFill>
              <a:latin typeface="楷体" panose="02010609060101010101" charset="-122"/>
              <a:cs typeface="Times New Roman" panose="02020603050405020304"/>
            </a:endParaRPr>
          </a:p>
        </p:txBody>
      </p:sp>
      <p:sp>
        <p:nvSpPr>
          <p:cNvPr id="10" name="TextBox 9" title=""/>
          <p:cNvSpPr txBox="1"/>
          <p:nvPr/>
        </p:nvSpPr>
        <p:spPr>
          <a:xfrm>
            <a:off x="350589" y="793731"/>
            <a:ext cx="5318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（二）母爱的救赎</a:t>
            </a:r>
            <a:endParaRPr lang="zh-CN" altLang="en-US" sz="36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159791"/>
            <a:ext cx="12190413" cy="793612"/>
            <a:chOff x="0" y="582701"/>
            <a:chExt cx="12190413" cy="793612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285344" y="582701"/>
              <a:ext cx="4268790" cy="61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altLang="en-US" sz="4000" b="1" spc="30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感悟心</a:t>
              </a:r>
              <a:r>
                <a:rPr lang="zh-CN" altLang="en-US" sz="4000" b="1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路历程</a:t>
              </a:r>
              <a:endParaRPr lang="zh-CN" altLang="en-US" sz="4000" b="1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9" name="矩形 8" title=""/>
          <p:cNvSpPr/>
          <p:nvPr/>
        </p:nvSpPr>
        <p:spPr>
          <a:xfrm>
            <a:off x="431800" y="2312035"/>
            <a:ext cx="1094168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smtClean="0">
                <a:solidFill>
                  <a:prstClr val="black"/>
                </a:solidFill>
                <a:latin typeface="楷体" panose="02010609060101010101" charset="-122"/>
              </a:rPr>
              <a:t>    </a:t>
            </a:r>
            <a:r>
              <a:rPr lang="en-US" altLang="zh-CN" sz="3600" b="1">
                <a:solidFill>
                  <a:prstClr val="black"/>
                </a:solidFill>
                <a:latin typeface="楷体" panose="02010609060101010101" charset="-122"/>
              </a:rPr>
              <a:t>3</a:t>
            </a:r>
            <a:r>
              <a:rPr lang="en-US" altLang="zh-CN" sz="3600" b="1" smtClean="0">
                <a:solidFill>
                  <a:prstClr val="black"/>
                </a:solidFill>
                <a:latin typeface="楷体" panose="02010609060101010101" charset="-122"/>
              </a:rPr>
              <a:t>.</a:t>
            </a:r>
            <a:r>
              <a:rPr lang="zh-CN" altLang="en-US" sz="3600" b="1" smtClean="0">
                <a:solidFill>
                  <a:prstClr val="black"/>
                </a:solidFill>
                <a:latin typeface="楷体" panose="02010609060101010101" charset="-122"/>
              </a:rPr>
              <a:t>在</a:t>
            </a:r>
            <a:r>
              <a:rPr lang="zh-CN" altLang="en-US" sz="3600" b="1">
                <a:solidFill>
                  <a:prstClr val="black"/>
                </a:solidFill>
                <a:latin typeface="楷体" panose="02010609060101010101" charset="-122"/>
              </a:rPr>
              <a:t>母亲的努力下，他的心</a:t>
            </a:r>
            <a:r>
              <a:rPr lang="zh-CN" altLang="en-US" sz="3600" b="1" smtClean="0">
                <a:solidFill>
                  <a:prstClr val="black"/>
                </a:solidFill>
                <a:latin typeface="楷体" panose="02010609060101010101" charset="-122"/>
              </a:rPr>
              <a:t>态发</a:t>
            </a:r>
            <a:r>
              <a:rPr lang="zh-CN" altLang="en-US" sz="3600" b="1">
                <a:solidFill>
                  <a:prstClr val="black"/>
                </a:solidFill>
                <a:latin typeface="楷体" panose="02010609060101010101" charset="-122"/>
              </a:rPr>
              <a:t>生转变了吗？你从哪里读出来了呢</a:t>
            </a:r>
            <a:r>
              <a:rPr lang="zh-CN" altLang="en-US" sz="3600" b="1" smtClean="0">
                <a:solidFill>
                  <a:prstClr val="black"/>
                </a:solidFill>
                <a:latin typeface="楷体" panose="02010609060101010101" charset="-122"/>
              </a:rPr>
              <a:t>？</a:t>
            </a:r>
            <a:endParaRPr lang="en-US" altLang="zh-CN" sz="3600" b="1">
              <a:solidFill>
                <a:prstClr val="black"/>
              </a:solidFill>
              <a:latin typeface="楷体" panose="02010609060101010101" charset="-122"/>
            </a:endParaRPr>
          </a:p>
        </p:txBody>
      </p:sp>
      <p:sp>
        <p:nvSpPr>
          <p:cNvPr id="10" name="TextBox 9" title=""/>
          <p:cNvSpPr txBox="1"/>
          <p:nvPr/>
        </p:nvSpPr>
        <p:spPr>
          <a:xfrm>
            <a:off x="1285344" y="1665131"/>
            <a:ext cx="5318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（二）母爱的救赎</a:t>
            </a:r>
            <a:endParaRPr lang="zh-CN" altLang="en-US" sz="36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159791"/>
            <a:ext cx="12190413" cy="793612"/>
            <a:chOff x="0" y="582701"/>
            <a:chExt cx="12190413" cy="793612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285344" y="582701"/>
              <a:ext cx="4268790" cy="61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altLang="en-US" sz="4000" b="1" spc="30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感悟心</a:t>
              </a:r>
              <a:r>
                <a:rPr lang="zh-CN" altLang="en-US" sz="4000" b="1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路历程</a:t>
              </a:r>
              <a:endParaRPr lang="zh-CN" altLang="en-US" sz="4000" b="1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10" name="TextBox 9" title=""/>
          <p:cNvSpPr txBox="1"/>
          <p:nvPr/>
        </p:nvSpPr>
        <p:spPr>
          <a:xfrm>
            <a:off x="235512" y="953403"/>
            <a:ext cx="5318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（二）母爱的救赎</a:t>
            </a:r>
            <a:endParaRPr lang="zh-CN" altLang="en-US" sz="36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2" title=""/>
          <p:cNvSpPr txBox="1">
            <a:spLocks noChangeArrowheads="1"/>
          </p:cNvSpPr>
          <p:nvPr/>
        </p:nvSpPr>
        <p:spPr>
          <a:xfrm>
            <a:off x="663575" y="2108835"/>
            <a:ext cx="10023475" cy="43872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600" kern="12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anose="020405030504060302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lnSpc>
                <a:spcPts val="4000"/>
              </a:lnSpc>
              <a:spcAft>
                <a:spcPct val="0"/>
              </a:spcAft>
              <a:defRPr/>
            </a:pPr>
            <a:r>
              <a:rPr lang="zh-CN" altLang="en-US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母：</a:t>
            </a:r>
            <a:r>
              <a:rPr lang="en-US" altLang="zh-CN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听</a:t>
            </a:r>
            <a:r>
              <a:rPr lang="zh-CN" altLang="en-US" sz="28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说北海的花儿都开了，我推着你去走走</a:t>
            </a:r>
            <a:r>
              <a:rPr lang="zh-CN" altLang="en-US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   </a:t>
            </a:r>
            <a:endParaRPr lang="en-US" altLang="zh-CN" sz="2800" b="1" smtClean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ts val="4000"/>
              </a:lnSpc>
              <a:spcAft>
                <a:spcPct val="0"/>
              </a:spcAft>
              <a:defRPr/>
            </a:pPr>
            <a:r>
              <a:rPr lang="zh-CN" altLang="en-US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子：</a:t>
            </a:r>
            <a:r>
              <a:rPr lang="en-US" altLang="zh-CN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，我不去</a:t>
            </a:r>
            <a:r>
              <a:rPr lang="zh-CN" altLang="en-US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  <a:r>
              <a:rPr lang="en-US" altLang="zh-CN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，“我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可活什么劲儿</a:t>
            </a:r>
            <a:r>
              <a:rPr lang="zh-CN" altLang="en-US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！”</a:t>
            </a:r>
            <a:endParaRPr lang="en-US" altLang="zh-CN" sz="2800" b="1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ts val="4000"/>
              </a:lnSpc>
              <a:spcAft>
                <a:spcPct val="0"/>
              </a:spcAft>
              <a:defRPr/>
            </a:pPr>
            <a:r>
              <a:rPr lang="zh-CN" altLang="en-US" sz="28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母：</a:t>
            </a:r>
            <a:r>
              <a:rPr lang="en-US" altLang="zh-CN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北海的菊花开了，我推着你去看看吧</a:t>
            </a:r>
            <a:r>
              <a:rPr lang="zh-CN" altLang="en-US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。”</a:t>
            </a:r>
            <a:r>
              <a:rPr lang="en-US" altLang="zh-CN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endParaRPr lang="en-US" altLang="zh-CN" sz="2800" b="1" smtClean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ts val="4000"/>
              </a:lnSpc>
              <a:spcAft>
                <a:spcPct val="0"/>
              </a:spcAft>
              <a:defRPr/>
            </a:pPr>
            <a:r>
              <a:rPr lang="zh-CN" altLang="en-US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子：</a:t>
            </a:r>
            <a:r>
              <a:rPr lang="en-US" altLang="zh-CN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什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么时候</a:t>
            </a:r>
            <a:r>
              <a:rPr lang="zh-CN" altLang="en-US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r>
              <a:rPr lang="en-US" altLang="zh-CN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en-US" altLang="zh-CN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ts val="4000"/>
              </a:lnSpc>
              <a:spcAft>
                <a:spcPct val="0"/>
              </a:spcAft>
              <a:defRPr/>
            </a:pPr>
            <a:r>
              <a:rPr lang="zh-CN" altLang="en-US" sz="28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母：</a:t>
            </a:r>
            <a:r>
              <a:rPr lang="en-US" altLang="zh-CN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你</a:t>
            </a:r>
            <a:r>
              <a:rPr lang="zh-CN" altLang="en-US" sz="28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要是愿意，就明天</a:t>
            </a:r>
            <a:r>
              <a:rPr lang="zh-CN" altLang="en-US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r>
              <a:rPr lang="en-US" altLang="zh-CN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                     </a:t>
            </a:r>
            <a:endParaRPr lang="en-US" altLang="zh-CN" sz="2800" b="1" smtClean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ts val="4000"/>
              </a:lnSpc>
              <a:spcAft>
                <a:spcPct val="0"/>
              </a:spcAft>
              <a:defRPr/>
            </a:pPr>
            <a:r>
              <a:rPr lang="zh-CN" altLang="en-US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子：</a:t>
            </a:r>
            <a:r>
              <a:rPr lang="en-US" altLang="zh-CN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好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吧，就明天</a:t>
            </a:r>
            <a:r>
              <a:rPr lang="zh-CN" altLang="en-US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en-US" altLang="zh-CN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ts val="4000"/>
              </a:lnSpc>
              <a:spcAft>
                <a:spcPct val="0"/>
              </a:spcAft>
              <a:defRPr/>
            </a:pPr>
            <a:r>
              <a:rPr lang="zh-CN" altLang="en-US" sz="28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母：</a:t>
            </a:r>
            <a:r>
              <a:rPr lang="en-US" altLang="zh-CN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那</a:t>
            </a:r>
            <a:r>
              <a:rPr lang="zh-CN" altLang="en-US" sz="28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就赶紧准备准备</a:t>
            </a:r>
            <a:r>
              <a:rPr lang="zh-CN" altLang="en-US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2800" b="1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                    </a:t>
            </a:r>
            <a:endParaRPr lang="en-US" altLang="zh-CN" sz="2800" b="1" smtClean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fontAlgn="auto" hangingPunct="1">
              <a:lnSpc>
                <a:spcPts val="4000"/>
              </a:lnSpc>
              <a:spcAft>
                <a:spcPct val="0"/>
              </a:spcAft>
              <a:defRPr/>
            </a:pP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子：</a:t>
            </a:r>
            <a:r>
              <a:rPr lang="en-US" altLang="zh-CN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哎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呀，烦不烦？几步路，有什么好准备的</a:t>
            </a:r>
            <a:r>
              <a:rPr lang="zh-CN" altLang="en-US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  <a:r>
              <a:rPr lang="en-US" altLang="zh-CN" sz="28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zh-CN" altLang="en-US" sz="2800" b="1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0" title=""/>
          <p:cNvSpPr txBox="1"/>
          <p:nvPr/>
        </p:nvSpPr>
        <p:spPr>
          <a:xfrm>
            <a:off x="664179" y="1632178"/>
            <a:ext cx="7036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分角色朗读：</a:t>
            </a:r>
            <a:endParaRPr lang="zh-CN" altLang="en-US" sz="32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159791"/>
            <a:ext cx="12190413" cy="793612"/>
            <a:chOff x="0" y="582701"/>
            <a:chExt cx="12190413" cy="793612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285344" y="582701"/>
              <a:ext cx="4268790" cy="61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altLang="en-US" sz="4000" b="1" spc="30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感悟心</a:t>
              </a:r>
              <a:r>
                <a:rPr lang="zh-CN" altLang="en-US" sz="4000" b="1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路历程</a:t>
              </a:r>
              <a:endParaRPr lang="zh-CN" altLang="en-US" sz="4000" b="1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10" name="TextBox 9" title=""/>
          <p:cNvSpPr txBox="1"/>
          <p:nvPr/>
        </p:nvSpPr>
        <p:spPr>
          <a:xfrm>
            <a:off x="904344" y="1190997"/>
            <a:ext cx="5318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（二）母爱的救赎</a:t>
            </a:r>
            <a:endParaRPr lang="zh-CN" altLang="en-US" sz="36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4" title=""/>
          <p:cNvSpPr txBox="1">
            <a:spLocks noChangeArrowheads="1"/>
          </p:cNvSpPr>
          <p:nvPr/>
        </p:nvSpPr>
        <p:spPr bwMode="auto">
          <a:xfrm>
            <a:off x="302895" y="1837690"/>
            <a:ext cx="11656695" cy="3784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sz="3600" b="1">
                <a:solidFill>
                  <a:prstClr val="black"/>
                </a:solidFill>
                <a:latin typeface="楷体" panose="02010609060101010101" charset="-122"/>
              </a:rPr>
              <a:t>    </a:t>
            </a:r>
            <a:r>
              <a:rPr lang="zh-CN" altLang="en-US" sz="4000" b="1">
                <a:solidFill>
                  <a:srgbClr val="FF0000"/>
                </a:solidFill>
                <a:latin typeface="楷体" panose="02010609060101010101" charset="-122"/>
              </a:rPr>
              <a:t>又是秋天，妹妹推着我去北海看了菊花。黄色的花淡雅，白色的花高洁，紫红色的花热烈而深沉，泼泼洒洒，秋风中正开得烂漫。</a:t>
            </a:r>
            <a:endParaRPr lang="zh-CN" altLang="en-US" sz="4000" b="1">
              <a:solidFill>
                <a:srgbClr val="FF0000"/>
              </a:solidFill>
              <a:latin typeface="楷体" panose="02010609060101010101" charset="-122"/>
            </a:endParaRPr>
          </a:p>
        </p:txBody>
      </p:sp>
      <p:pic>
        <p:nvPicPr>
          <p:cNvPr id="15" name="图片 14" title="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99" y="4297220"/>
            <a:ext cx="3020353" cy="2368540"/>
          </a:xfrm>
          <a:prstGeom prst="rect">
            <a:avLst/>
          </a:prstGeom>
        </p:spPr>
      </p:pic>
      <p:pic>
        <p:nvPicPr>
          <p:cNvPr id="16" name="图片 15" title=""/>
          <p:cNvPicPr>
            <a:picLocks noChangeAspect="1"/>
          </p:cNvPicPr>
          <p:nvPr/>
        </p:nvPicPr>
        <p:blipFill>
          <a:blip r:embed="rId4">
            <a:clrChange>
              <a:clrFrom>
                <a:srgbClr val="FAF8FD"/>
              </a:clrFrom>
              <a:clrTo>
                <a:srgbClr val="FAF8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618"/>
          <a:stretch>
            <a:fillRect/>
          </a:stretch>
        </p:blipFill>
        <p:spPr>
          <a:xfrm>
            <a:off x="88612" y="5373061"/>
            <a:ext cx="1760020" cy="13797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9" name="Text Box 4" title=""/>
          <p:cNvSpPr txBox="1">
            <a:spLocks noChangeArrowheads="1"/>
          </p:cNvSpPr>
          <p:nvPr/>
        </p:nvSpPr>
        <p:spPr bwMode="auto">
          <a:xfrm>
            <a:off x="3524832" y="791633"/>
            <a:ext cx="5009569" cy="3631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sz="11500" b="1" smtClean="0">
                <a:solidFill>
                  <a:srgbClr val="FF0000"/>
                </a:solidFill>
                <a:latin typeface="楷体" panose="02010609060101010101" charset="-122"/>
              </a:rPr>
              <a:t>好好活</a:t>
            </a:r>
            <a:endParaRPr lang="zh-CN" altLang="en-US" sz="11500" b="1">
              <a:solidFill>
                <a:srgbClr val="FF0000"/>
              </a:solidFill>
              <a:latin typeface="楷体" panose="02010609060101010101" charset="-122"/>
            </a:endParaRPr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cxnSp>
        <p:nvCxnSpPr>
          <p:cNvPr id="5" name="直接连接符 4" title=""/>
          <p:cNvCxnSpPr/>
          <p:nvPr/>
        </p:nvCxnSpPr>
        <p:spPr>
          <a:xfrm>
            <a:off x="2388039" y="4165530"/>
            <a:ext cx="279651" cy="1202553"/>
          </a:xfrm>
          <a:prstGeom prst="line">
            <a:avLst/>
          </a:prstGeom>
          <a:noFill/>
          <a:ln w="12700" cap="flat" cmpd="sng" algn="ctr">
            <a:solidFill>
              <a:srgbClr val="333399"/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cxnSp>
        <p:nvCxnSpPr>
          <p:cNvPr id="7" name="直接连接符 6" title=""/>
          <p:cNvCxnSpPr/>
          <p:nvPr/>
        </p:nvCxnSpPr>
        <p:spPr>
          <a:xfrm flipV="1">
            <a:off x="2667690" y="5383846"/>
            <a:ext cx="1601183" cy="6352"/>
          </a:xfrm>
          <a:prstGeom prst="line">
            <a:avLst/>
          </a:prstGeom>
          <a:noFill/>
          <a:ln w="12700" cap="flat" cmpd="sng" algn="ctr">
            <a:solidFill>
              <a:srgbClr val="333399"/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cxnSp>
        <p:nvCxnSpPr>
          <p:cNvPr id="8" name="直接连接符 7" title=""/>
          <p:cNvCxnSpPr/>
          <p:nvPr/>
        </p:nvCxnSpPr>
        <p:spPr>
          <a:xfrm flipV="1">
            <a:off x="4268873" y="4802790"/>
            <a:ext cx="589854" cy="581056"/>
          </a:xfrm>
          <a:prstGeom prst="line">
            <a:avLst/>
          </a:prstGeom>
          <a:noFill/>
          <a:ln w="12700" cap="flat" cmpd="sng" algn="ctr">
            <a:solidFill>
              <a:srgbClr val="333399"/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cxnSp>
        <p:nvCxnSpPr>
          <p:cNvPr id="9" name="直接连接符 8" title=""/>
          <p:cNvCxnSpPr/>
          <p:nvPr/>
        </p:nvCxnSpPr>
        <p:spPr>
          <a:xfrm flipV="1">
            <a:off x="5435359" y="3477689"/>
            <a:ext cx="941844" cy="791863"/>
          </a:xfrm>
          <a:prstGeom prst="line">
            <a:avLst/>
          </a:prstGeom>
          <a:noFill/>
          <a:ln w="12700" cap="flat" cmpd="sng" algn="ctr">
            <a:solidFill>
              <a:srgbClr val="333399"/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cxnSp>
        <p:nvCxnSpPr>
          <p:cNvPr id="10" name="直接连接符 9" title=""/>
          <p:cNvCxnSpPr/>
          <p:nvPr/>
        </p:nvCxnSpPr>
        <p:spPr>
          <a:xfrm flipV="1">
            <a:off x="4858727" y="4269552"/>
            <a:ext cx="576632" cy="533238"/>
          </a:xfrm>
          <a:prstGeom prst="line">
            <a:avLst/>
          </a:prstGeom>
          <a:noFill/>
          <a:ln w="12700" cap="flat" cmpd="sng" algn="ctr">
            <a:solidFill>
              <a:srgbClr val="333399"/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cxnSp>
        <p:nvCxnSpPr>
          <p:cNvPr id="11" name="直接连接符 10" title=""/>
          <p:cNvCxnSpPr/>
          <p:nvPr/>
        </p:nvCxnSpPr>
        <p:spPr>
          <a:xfrm flipV="1">
            <a:off x="6377204" y="2819647"/>
            <a:ext cx="733941" cy="658042"/>
          </a:xfrm>
          <a:prstGeom prst="line">
            <a:avLst/>
          </a:prstGeom>
          <a:noFill/>
          <a:ln w="12700" cap="flat" cmpd="sng" algn="ctr">
            <a:solidFill>
              <a:srgbClr val="333399"/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cxnSp>
        <p:nvCxnSpPr>
          <p:cNvPr id="12" name="直接连接符 11" title=""/>
          <p:cNvCxnSpPr/>
          <p:nvPr/>
        </p:nvCxnSpPr>
        <p:spPr>
          <a:xfrm>
            <a:off x="1440424" y="4165530"/>
            <a:ext cx="947615" cy="0"/>
          </a:xfrm>
          <a:prstGeom prst="line">
            <a:avLst/>
          </a:prstGeom>
          <a:noFill/>
          <a:ln w="12700" cap="flat" cmpd="sng" algn="ctr">
            <a:solidFill>
              <a:srgbClr val="333399"/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sp>
        <p:nvSpPr>
          <p:cNvPr id="13" name="矩形 23" title=""/>
          <p:cNvSpPr>
            <a:spLocks noChangeArrowheads="1"/>
          </p:cNvSpPr>
          <p:nvPr/>
        </p:nvSpPr>
        <p:spPr bwMode="auto">
          <a:xfrm>
            <a:off x="1869354" y="5390198"/>
            <a:ext cx="1454076" cy="117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21岁</a:t>
            </a:r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双腿瘫痪</a:t>
            </a:r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回到北京</a:t>
            </a:r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23" title=""/>
          <p:cNvSpPr>
            <a:spLocks noChangeArrowheads="1"/>
          </p:cNvSpPr>
          <p:nvPr/>
        </p:nvSpPr>
        <p:spPr bwMode="auto">
          <a:xfrm>
            <a:off x="1725421" y="3339362"/>
            <a:ext cx="1462463" cy="8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18</a:t>
            </a:r>
            <a:r>
              <a:rPr lang="zh-CN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岁</a:t>
            </a:r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下乡插队</a:t>
            </a:r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 23" title=""/>
          <p:cNvSpPr>
            <a:spLocks noChangeArrowheads="1"/>
          </p:cNvSpPr>
          <p:nvPr/>
        </p:nvSpPr>
        <p:spPr bwMode="auto">
          <a:xfrm>
            <a:off x="445250" y="3535583"/>
            <a:ext cx="1117851" cy="191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16</a:t>
            </a:r>
            <a:r>
              <a:rPr lang="zh-CN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岁</a:t>
            </a:r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毕业于清华大学附属中学</a:t>
            </a:r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 29" title=""/>
          <p:cNvSpPr>
            <a:spLocks noChangeArrowheads="1"/>
          </p:cNvSpPr>
          <p:nvPr/>
        </p:nvSpPr>
        <p:spPr bwMode="auto">
          <a:xfrm>
            <a:off x="3697365" y="5574907"/>
            <a:ext cx="1369428" cy="8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26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岁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母亲去世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矩形 4" title=""/>
          <p:cNvSpPr>
            <a:spLocks noChangeArrowheads="1"/>
          </p:cNvSpPr>
          <p:nvPr/>
        </p:nvSpPr>
        <p:spPr bwMode="auto">
          <a:xfrm>
            <a:off x="4660086" y="4766807"/>
            <a:ext cx="5265776" cy="8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28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岁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发表第一篇小说《法学教授及其夫人》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矩形 10" title=""/>
          <p:cNvSpPr>
            <a:spLocks noChangeArrowheads="1"/>
          </p:cNvSpPr>
          <p:nvPr/>
        </p:nvSpPr>
        <p:spPr bwMode="auto">
          <a:xfrm>
            <a:off x="3425981" y="3154653"/>
            <a:ext cx="2034181" cy="117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30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岁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写作本文《秋天的怀念》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矩形 18" title=""/>
          <p:cNvSpPr>
            <a:spLocks noChangeArrowheads="1"/>
          </p:cNvSpPr>
          <p:nvPr/>
        </p:nvSpPr>
        <p:spPr bwMode="auto">
          <a:xfrm>
            <a:off x="3104215" y="1897600"/>
            <a:ext cx="4290337" cy="1546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      40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岁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创作《我与地坛》被誉为中国近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50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年最优秀的散文之一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矩形 13" title=""/>
          <p:cNvSpPr>
            <a:spLocks noChangeArrowheads="1"/>
          </p:cNvSpPr>
          <p:nvPr/>
        </p:nvSpPr>
        <p:spPr bwMode="auto">
          <a:xfrm>
            <a:off x="6744174" y="2819647"/>
            <a:ext cx="3045837" cy="117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47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岁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被确诊为尿毒症需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隔日透析以维持生命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1" name="直接连接符 20" title=""/>
          <p:cNvCxnSpPr/>
          <p:nvPr/>
        </p:nvCxnSpPr>
        <p:spPr>
          <a:xfrm flipV="1">
            <a:off x="7111145" y="1635735"/>
            <a:ext cx="1493046" cy="1183912"/>
          </a:xfrm>
          <a:prstGeom prst="line">
            <a:avLst/>
          </a:prstGeom>
          <a:noFill/>
          <a:ln w="12700" cap="flat" cmpd="sng" algn="ctr">
            <a:solidFill>
              <a:srgbClr val="333399"/>
            </a:solidFill>
            <a:prstDash val="solid"/>
            <a:miter lim="800000"/>
            <a:headEnd type="oval" w="med" len="med"/>
            <a:tailEnd type="oval" w="med" len="med"/>
          </a:ln>
          <a:effectLst/>
        </p:spPr>
      </p:cxnSp>
      <p:sp>
        <p:nvSpPr>
          <p:cNvPr id="22" name="矩形 15" title=""/>
          <p:cNvSpPr>
            <a:spLocks noChangeArrowheads="1"/>
          </p:cNvSpPr>
          <p:nvPr/>
        </p:nvSpPr>
        <p:spPr bwMode="auto">
          <a:xfrm>
            <a:off x="8038452" y="1401975"/>
            <a:ext cx="3165220" cy="117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59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岁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突发脑溢血去世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器官捐献给医学研究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TextBox 23" title=""/>
          <p:cNvSpPr txBox="1"/>
          <p:nvPr/>
        </p:nvSpPr>
        <p:spPr>
          <a:xfrm>
            <a:off x="445250" y="1146092"/>
            <a:ext cx="5317930" cy="646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（三）生命的高度</a:t>
            </a:r>
            <a:endParaRPr lang="zh-CN" altLang="en-US" sz="36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3" name="组合 22" title=""/>
          <p:cNvGrpSpPr/>
          <p:nvPr/>
        </p:nvGrpSpPr>
        <p:grpSpPr>
          <a:xfrm>
            <a:off x="0" y="164658"/>
            <a:ext cx="12190413" cy="900458"/>
            <a:chOff x="47131" y="582701"/>
            <a:chExt cx="12190413" cy="900458"/>
          </a:xfrm>
        </p:grpSpPr>
        <p:sp>
          <p:nvSpPr>
            <p:cNvPr id="25" name="矩形 24"/>
            <p:cNvSpPr/>
            <p:nvPr/>
          </p:nvSpPr>
          <p:spPr>
            <a:xfrm flipV="1">
              <a:off x="47131" y="1437440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TextBox 8"/>
            <p:cNvSpPr txBox="1">
              <a:spLocks noChangeArrowheads="1"/>
            </p:cNvSpPr>
            <p:nvPr/>
          </p:nvSpPr>
          <p:spPr bwMode="auto">
            <a:xfrm>
              <a:off x="1285381" y="582701"/>
              <a:ext cx="7955915" cy="61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altLang="en-US" sz="4000" b="1" spc="30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感悟心</a:t>
              </a:r>
              <a:r>
                <a:rPr lang="zh-CN" altLang="en-US" sz="4000" b="1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路历程  活出生命高度  </a:t>
              </a:r>
              <a:endParaRPr lang="zh-CN" altLang="en-US" sz="4000" b="1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050" name="Picture 2" title="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6318" y="811590"/>
            <a:ext cx="7089870" cy="585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 title=""/>
          <p:cNvSpPr txBox="1"/>
          <p:nvPr/>
        </p:nvSpPr>
        <p:spPr>
          <a:xfrm>
            <a:off x="7446010" y="805180"/>
            <a:ext cx="460692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2010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31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日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46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分，史铁生在武警总医院停止了心跳呼吸。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史铁生的遗愿是：把能用的器官都捐了。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他去世后，所有医护人员走向他，三鞠躬，然后开始肝脏移植手术，他的肝脏被飞驰运往天津。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个小时后，史铁生的肝脏在另一人的身体里苏醒。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  他的脊椎、大脑捐给医学研究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595539" y="98150"/>
            <a:ext cx="53179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4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活出生命的高度</a:t>
            </a:r>
            <a:endParaRPr lang="zh-CN" altLang="en-US" sz="40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9" name="Text Box 4" title=""/>
          <p:cNvSpPr txBox="1">
            <a:spLocks noChangeArrowheads="1"/>
          </p:cNvSpPr>
          <p:nvPr/>
        </p:nvSpPr>
        <p:spPr bwMode="auto">
          <a:xfrm>
            <a:off x="1986915" y="1280795"/>
            <a:ext cx="7900035" cy="3046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sz="9600" b="1" smtClean="0">
                <a:solidFill>
                  <a:srgbClr val="FF0000"/>
                </a:solidFill>
                <a:latin typeface="楷体" panose="02010609060101010101" charset="-122"/>
              </a:rPr>
              <a:t>活出生命高度</a:t>
            </a:r>
            <a:endParaRPr lang="zh-CN" altLang="en-US" sz="9600" b="1">
              <a:solidFill>
                <a:srgbClr val="FF0000"/>
              </a:solidFill>
              <a:latin typeface="楷体" panose="02010609060101010101" charset="-122"/>
            </a:endParaRP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135026"/>
            <a:ext cx="12190413" cy="818377"/>
            <a:chOff x="0" y="557936"/>
            <a:chExt cx="12190413" cy="818377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967526" y="557936"/>
              <a:ext cx="4268790" cy="61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altLang="en-US" sz="4000" b="1" spc="30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拓</a:t>
              </a:r>
              <a:r>
                <a:rPr lang="zh-CN" altLang="en-US" sz="4000" b="1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展延伸</a:t>
              </a:r>
              <a:endParaRPr lang="zh-CN" altLang="en-US" sz="4000" b="1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13" name="Text Box 4" title=""/>
          <p:cNvSpPr txBox="1">
            <a:spLocks noChangeArrowheads="1"/>
          </p:cNvSpPr>
          <p:nvPr/>
        </p:nvSpPr>
        <p:spPr bwMode="auto">
          <a:xfrm>
            <a:off x="553772" y="1801455"/>
            <a:ext cx="11082867" cy="45243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smtClean="0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</a:rPr>
              <a:t>1</a:t>
            </a:r>
            <a:r>
              <a:rPr lang="en-US" altLang="zh-CN" sz="2800" b="1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</a:rPr>
              <a:t>.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上海一名六年级学生因作业没做好，和妈妈赌气，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竟然从</a:t>
            </a:r>
            <a:endParaRPr kumimoji="0" lang="en-US" altLang="zh-CN" sz="3200" b="1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>
                <a:solidFill>
                  <a:prstClr val="black"/>
                </a:solidFill>
                <a:latin typeface="+mj-ea"/>
                <a:ea typeface="+mj-ea"/>
              </a:rPr>
              <a:t> </a:t>
            </a:r>
            <a:r>
              <a:rPr lang="en-US" altLang="zh-CN" sz="3200" b="1" smtClean="0">
                <a:solidFill>
                  <a:prstClr val="black"/>
                </a:solidFill>
                <a:latin typeface="+mj-ea"/>
                <a:ea typeface="+mj-ea"/>
              </a:rPr>
              <a:t> 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十二楼跳下，当场身亡。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2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.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河南一八年级学生因将手机带到教室被通知叫家长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，在学</a:t>
            </a:r>
            <a:endParaRPr kumimoji="0" lang="en-US" altLang="zh-CN" sz="3200" b="1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>
                <a:solidFill>
                  <a:prstClr val="black"/>
                </a:solidFill>
                <a:latin typeface="+mj-ea"/>
                <a:ea typeface="+mj-ea"/>
              </a:rPr>
              <a:t> </a:t>
            </a:r>
            <a:r>
              <a:rPr lang="en-US" altLang="zh-CN" sz="3200" b="1" smtClean="0">
                <a:solidFill>
                  <a:prstClr val="black"/>
                </a:solidFill>
                <a:latin typeface="+mj-ea"/>
                <a:ea typeface="+mj-ea"/>
              </a:rPr>
              <a:t> 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校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教学楼坠亡。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3.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四川成都高二男生因感情受挫拿刀割腕不成从教学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楼一跃</a:t>
            </a:r>
            <a:endParaRPr kumimoji="0" lang="en-US" altLang="zh-CN" sz="3200" b="1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>
                <a:solidFill>
                  <a:prstClr val="black"/>
                </a:solidFill>
                <a:latin typeface="+mj-ea"/>
                <a:ea typeface="+mj-ea"/>
              </a:rPr>
              <a:t> </a:t>
            </a:r>
            <a:r>
              <a:rPr lang="en-US" altLang="zh-CN" sz="3200" b="1" smtClean="0">
                <a:solidFill>
                  <a:prstClr val="black"/>
                </a:solidFill>
                <a:latin typeface="+mj-ea"/>
                <a:ea typeface="+mj-ea"/>
              </a:rPr>
              <a:t> 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而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下。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4" name="TextBox 13" title=""/>
          <p:cNvSpPr txBox="1"/>
          <p:nvPr/>
        </p:nvSpPr>
        <p:spPr>
          <a:xfrm>
            <a:off x="737798" y="1093569"/>
            <a:ext cx="28266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新闻链接：</a:t>
            </a:r>
            <a:endParaRPr lang="zh-CN" altLang="en-US" sz="40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>
  <p:cSld name="">
    <p:bg>
      <p:bgPr>
        <a:blipFill dpi="0" rotWithShape="1">
          <a:blip r:embed="rId17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 1" title="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90" y="318395"/>
            <a:ext cx="11275424" cy="6170273"/>
          </a:xfrm>
          <a:prstGeom prst="rect">
            <a:avLst/>
          </a:prstGeom>
          <a:noFill/>
          <a:ln>
            <a:noFill/>
            <a:miter lim="800000"/>
          </a:ln>
        </p:spPr>
      </p:pic>
      <p:pic>
        <p:nvPicPr>
          <p:cNvPr id="5" name="图片 4" title="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90" y="367575"/>
            <a:ext cx="11257924" cy="6047776"/>
          </a:xfrm>
          <a:prstGeom prst="rect">
            <a:avLst/>
          </a:prstGeom>
          <a:noFill/>
          <a:ln>
            <a:noFill/>
            <a:miter lim="800000"/>
          </a:ln>
        </p:spPr>
      </p:pic>
      <p:pic>
        <p:nvPicPr>
          <p:cNvPr id="6" name="图片 5" title="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96" y="406898"/>
            <a:ext cx="10938687" cy="6079036"/>
          </a:xfrm>
          <a:prstGeom prst="rect">
            <a:avLst/>
          </a:prstGeom>
          <a:noFill/>
          <a:ln>
            <a:noFill/>
            <a:miter lim="800000"/>
          </a:ln>
        </p:spPr>
      </p:pic>
      <p:pic>
        <p:nvPicPr>
          <p:cNvPr id="7" name="图片 6" title="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88" y="406897"/>
            <a:ext cx="10938686" cy="6026316"/>
          </a:xfrm>
          <a:prstGeom prst="rect">
            <a:avLst/>
          </a:prstGeom>
          <a:noFill/>
          <a:ln>
            <a:noFill/>
            <a:miter lim="800000"/>
          </a:ln>
        </p:spPr>
      </p:pic>
      <p:pic>
        <p:nvPicPr>
          <p:cNvPr id="8" name="图片 7" title="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93" y="296934"/>
            <a:ext cx="10948018" cy="6210206"/>
          </a:xfrm>
          <a:prstGeom prst="rect">
            <a:avLst/>
          </a:prstGeom>
        </p:spPr>
      </p:pic>
      <p:pic>
        <p:nvPicPr>
          <p:cNvPr id="9" name="图片 8" title="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28" y="299923"/>
            <a:ext cx="11211486" cy="6170629"/>
          </a:xfrm>
          <a:prstGeom prst="rect">
            <a:avLst/>
          </a:prstGeom>
          <a:noFill/>
          <a:ln>
            <a:noFill/>
            <a:miter lim="800000"/>
          </a:ln>
        </p:spPr>
      </p:pic>
      <p:pic>
        <p:nvPicPr>
          <p:cNvPr id="14" name="图片 13" title="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51" y="370310"/>
            <a:ext cx="10640667" cy="6170273"/>
          </a:xfrm>
          <a:prstGeom prst="rect">
            <a:avLst/>
          </a:prstGeom>
        </p:spPr>
      </p:pic>
      <p:pic>
        <p:nvPicPr>
          <p:cNvPr id="15" name="峰言疯语_hx - 悲伤回忆弦乐朗诵叙事感人.mp3" title="">
            <a:hlinkClick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468362" y="6859588"/>
            <a:ext cx="609521" cy="609741"/>
          </a:xfrm>
          <a:prstGeom prst="rect">
            <a:avLst/>
          </a:prstGeom>
        </p:spPr>
      </p:pic>
      <p:pic>
        <p:nvPicPr>
          <p:cNvPr id="16" name="Picture 8" title="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867" y="315660"/>
            <a:ext cx="10948018" cy="6086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0" title="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5292" y="386957"/>
            <a:ext cx="10846479" cy="610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6" title=""/>
          <p:cNvPicPr/>
          <p:nvPr/>
        </p:nvPicPr>
        <p:blipFill>
          <a:blip r:embed="rId14"/>
          <a:stretch>
            <a:fillRect/>
          </a:stretch>
        </p:blipFill>
        <p:spPr>
          <a:xfrm>
            <a:off x="733586" y="318395"/>
            <a:ext cx="10601018" cy="6170273"/>
          </a:xfrm>
          <a:prstGeom prst="rect">
            <a:avLst/>
          </a:prstGeom>
          <a:noFill/>
          <a:ln>
            <a:noFill/>
            <a:miter lim="800000"/>
          </a:ln>
        </p:spPr>
      </p:pic>
      <p:pic>
        <p:nvPicPr>
          <p:cNvPr id="19" name="图片 17" title=""/>
          <p:cNvPicPr/>
          <p:nvPr/>
        </p:nvPicPr>
        <p:blipFill>
          <a:blip r:embed="rId15"/>
          <a:stretch>
            <a:fillRect/>
          </a:stretch>
        </p:blipFill>
        <p:spPr>
          <a:xfrm>
            <a:off x="567090" y="370310"/>
            <a:ext cx="11056233" cy="6099632"/>
          </a:xfrm>
          <a:prstGeom prst="rect">
            <a:avLst/>
          </a:prstGeom>
          <a:noFill/>
          <a:ln>
            <a:noFill/>
            <a:miter lim="800000"/>
          </a:ln>
        </p:spPr>
      </p:pic>
      <p:pic>
        <p:nvPicPr>
          <p:cNvPr id="21" name="图片 14" title=""/>
          <p:cNvPicPr/>
          <p:nvPr/>
        </p:nvPicPr>
        <p:blipFill>
          <a:blip r:embed="rId16"/>
          <a:stretch>
            <a:fillRect/>
          </a:stretch>
        </p:blipFill>
        <p:spPr>
          <a:xfrm>
            <a:off x="650338" y="371575"/>
            <a:ext cx="11091429" cy="6046256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262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8" presetID="42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8" presetID="21" presetClass="exit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9" presetID="3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56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62" presetID="45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6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74" presetID="42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8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86" presetID="42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9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99" presetID="3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0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10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110" presetID="21" presetClass="exit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1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120" presetID="53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30000"/>
                            </p:stCondLst>
                            <p:childTnLst>
                              <p:par>
                                <p:cTn id="1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31000"/>
                            </p:stCondLst>
                            <p:childTnLst>
                              <p:par>
                                <p:cTn id="133" presetID="3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4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33000"/>
                            </p:stCondLst>
                            <p:childTnLst>
                              <p:par>
                                <p:cTn id="1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9" name="Text Box 4" title=""/>
          <p:cNvSpPr txBox="1">
            <a:spLocks noChangeArrowheads="1"/>
          </p:cNvSpPr>
          <p:nvPr/>
        </p:nvSpPr>
        <p:spPr bwMode="auto">
          <a:xfrm>
            <a:off x="2302510" y="1924685"/>
            <a:ext cx="6748780" cy="2799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defRPr/>
            </a:pPr>
            <a:r>
              <a:rPr lang="zh-CN" altLang="en-US" sz="8800" b="1" smtClean="0">
                <a:solidFill>
                  <a:srgbClr val="FF0000"/>
                </a:solidFill>
                <a:latin typeface="楷体" panose="02010609060101010101" charset="-122"/>
              </a:rPr>
              <a:t>让他人活好</a:t>
            </a:r>
            <a:endParaRPr lang="zh-CN" altLang="en-US" sz="8800" b="1">
              <a:solidFill>
                <a:srgbClr val="FF0000"/>
              </a:solidFill>
              <a:latin typeface="楷体" panose="02010609060101010101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382500" y="112903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组合 7" title=""/>
          <p:cNvGrpSpPr/>
          <p:nvPr/>
        </p:nvGrpSpPr>
        <p:grpSpPr>
          <a:xfrm>
            <a:off x="0" y="74067"/>
            <a:ext cx="12190413" cy="879336"/>
            <a:chOff x="0" y="496977"/>
            <a:chExt cx="12190413" cy="879336"/>
          </a:xfrm>
        </p:grpSpPr>
        <p:sp>
          <p:nvSpPr>
            <p:cNvPr id="11" name="矩形 10"/>
            <p:cNvSpPr/>
            <p:nvPr/>
          </p:nvSpPr>
          <p:spPr>
            <a:xfrm flipV="1">
              <a:off x="0" y="1330594"/>
              <a:ext cx="12190413" cy="45719"/>
            </a:xfrm>
            <a:prstGeom prst="rect">
              <a:avLst/>
            </a:prstGeom>
            <a:solidFill>
              <a:srgbClr val="A172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967526" y="496977"/>
              <a:ext cx="4268790" cy="738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zh-CN" altLang="en-US" sz="4800" b="1" spc="3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rPr>
                <a:t>教师寄语：</a:t>
              </a:r>
              <a:endParaRPr lang="zh-CN" altLang="en-US" sz="4800" b="1" spc="3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 title=""/>
          <p:cNvSpPr txBox="1"/>
          <p:nvPr/>
        </p:nvSpPr>
        <p:spPr>
          <a:xfrm>
            <a:off x="3009900" y="1739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9" name="Text Box 4" title=""/>
          <p:cNvSpPr txBox="1">
            <a:spLocks noChangeArrowheads="1"/>
          </p:cNvSpPr>
          <p:nvPr/>
        </p:nvSpPr>
        <p:spPr bwMode="auto">
          <a:xfrm>
            <a:off x="467639" y="1418060"/>
            <a:ext cx="11473395" cy="413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4500"/>
              </a:lnSpc>
              <a:defRPr/>
            </a:pPr>
            <a:r>
              <a:rPr lang="zh-CN" altLang="en-US" sz="3600" b="1">
                <a:solidFill>
                  <a:prstClr val="black"/>
                </a:solidFill>
                <a:latin typeface="楷体" panose="02010609060101010101" charset="-122"/>
              </a:rPr>
              <a:t>    </a:t>
            </a:r>
            <a:r>
              <a:rPr lang="zh-CN" altLang="en-US" sz="3600" b="1">
                <a:solidFill>
                  <a:srgbClr val="FF0000"/>
                </a:solidFill>
                <a:latin typeface="楷体" panose="02010609060101010101" charset="-122"/>
              </a:rPr>
              <a:t>世界上有看得见的残疾，也有看不见的残</a:t>
            </a:r>
            <a:r>
              <a:rPr lang="zh-CN" altLang="en-US" sz="3600" b="1" smtClean="0">
                <a:solidFill>
                  <a:srgbClr val="FF0000"/>
                </a:solidFill>
                <a:latin typeface="楷体" panose="02010609060101010101" charset="-122"/>
              </a:rPr>
              <a:t>疾。身</a:t>
            </a:r>
            <a:r>
              <a:rPr lang="zh-CN" altLang="en-US" sz="3600" b="1">
                <a:solidFill>
                  <a:srgbClr val="FF0000"/>
                </a:solidFill>
                <a:latin typeface="楷体" panose="02010609060101010101" charset="-122"/>
              </a:rPr>
              <a:t>体的残疾，我们可能改变不了，但可以改变的，是我们的心理。在漫长而短暂的一生中，我们该以什么样的姿态面对自己的生活，这是一个哲学问题，好好儿活，怎么</a:t>
            </a:r>
            <a:r>
              <a:rPr lang="zh-CN" altLang="en-US" sz="3600" b="1" smtClean="0">
                <a:solidFill>
                  <a:srgbClr val="FF0000"/>
                </a:solidFill>
                <a:latin typeface="楷体" panose="02010609060101010101" charset="-122"/>
              </a:rPr>
              <a:t>活，这</a:t>
            </a:r>
            <a:r>
              <a:rPr lang="zh-CN" altLang="en-US" sz="3600" b="1">
                <a:solidFill>
                  <a:srgbClr val="FF0000"/>
                </a:solidFill>
                <a:latin typeface="楷体" panose="02010609060101010101" charset="-122"/>
              </a:rPr>
              <a:t>是生活留给我们每个人的思</a:t>
            </a:r>
            <a:r>
              <a:rPr lang="zh-CN" altLang="en-US" sz="3600" b="1" smtClean="0">
                <a:solidFill>
                  <a:srgbClr val="FF0000"/>
                </a:solidFill>
                <a:latin typeface="楷体" panose="02010609060101010101" charset="-122"/>
              </a:rPr>
              <a:t>索。无</a:t>
            </a:r>
            <a:r>
              <a:rPr lang="zh-CN" altLang="en-US" sz="3600" b="1">
                <a:solidFill>
                  <a:srgbClr val="FF0000"/>
                </a:solidFill>
                <a:latin typeface="楷体" panose="02010609060101010101" charset="-122"/>
              </a:rPr>
              <a:t>论我们给出怎样的人生答案，在深重的苦难中永不放弃追求幸福的人生，这是我们所有人都需要用心领悟的真理。</a:t>
            </a:r>
            <a:endParaRPr lang="zh-CN" altLang="en-US" sz="3600" b="1">
              <a:solidFill>
                <a:srgbClr val="FF0000"/>
              </a:solidFill>
              <a:latin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9" name="文本框 18" title=""/>
          <p:cNvSpPr txBox="1"/>
          <p:nvPr/>
        </p:nvSpPr>
        <p:spPr>
          <a:xfrm>
            <a:off x="2654388" y="2106505"/>
            <a:ext cx="6429215" cy="27997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88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golian Baiti" panose="03000500000000000000" charset="0"/>
              </a:rPr>
              <a:t> </a:t>
            </a:r>
            <a:r>
              <a:rPr lang="zh-CN" altLang="en-US" sz="8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Mongolian Baiti" panose="03000500000000000000" charset="0"/>
              </a:rPr>
              <a:t>感谢聆听，谢谢指导</a:t>
            </a:r>
            <a:r>
              <a:rPr lang="en-US" altLang="zh-CN" sz="8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sym typeface="Mongolian Baiti" panose="03000500000000000000" charset="0"/>
              </a:rPr>
              <a:t>!</a:t>
            </a:r>
            <a:endParaRPr lang="en-US" altLang="zh-CN" sz="8800" b="1" smtClean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sym typeface="Mongolian Baiti" panose="03000500000000000000" charset="0"/>
            </a:endParaRPr>
          </a:p>
        </p:txBody>
      </p:sp>
      <p:grpSp>
        <p:nvGrpSpPr>
          <p:cNvPr id="6" name="组合 5" title=""/>
          <p:cNvGrpSpPr/>
          <p:nvPr/>
        </p:nvGrpSpPr>
        <p:grpSpPr>
          <a:xfrm>
            <a:off x="-17989" y="2628609"/>
            <a:ext cx="12827758" cy="4580684"/>
            <a:chOff x="-17991" y="2628000"/>
            <a:chExt cx="12829428" cy="457962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-17991" y="5147293"/>
              <a:ext cx="12209991" cy="206033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36437" y="2628000"/>
              <a:ext cx="3175000" cy="4230000"/>
            </a:xfrm>
            <a:prstGeom prst="rect">
              <a:avLst/>
            </a:prstGeom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F8FD"/>
                </a:clrFrom>
                <a:clrTo>
                  <a:srgbClr val="FAF8F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618"/>
            <a:stretch>
              <a:fillRect/>
            </a:stretch>
          </p:blipFill>
          <p:spPr>
            <a:xfrm>
              <a:off x="1204" y="4583273"/>
              <a:ext cx="2801964" cy="2196556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</p:tagLst>
</file>

<file path=ppt/theme/theme1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r="http://schemas.openxmlformats.org/officeDocument/2006/relationships"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r="http://schemas.openxmlformats.org/officeDocument/2006/relationships"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r="http://schemas.openxmlformats.org/officeDocument/2006/relationships"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r="http://schemas.openxmlformats.org/officeDocument/2006/relationships"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r="http://schemas.openxmlformats.org/officeDocument/2006/relationships"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r="http://schemas.openxmlformats.org/officeDocument/2006/relationships"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r="http://schemas.openxmlformats.org/officeDocument/2006/relationships" xmlns:a="http://schemas.openxmlformats.org/drawingml/2006/main" name="Office Theme">
  <a:themeElements>
    <a:clrScheme name="炫彩扁平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BF53"/>
      </a:accent1>
      <a:accent2>
        <a:srgbClr val="F17475"/>
      </a:accent2>
      <a:accent3>
        <a:srgbClr val="01B3C5"/>
      </a:accent3>
      <a:accent4>
        <a:srgbClr val="77448C"/>
      </a:accent4>
      <a:accent5>
        <a:srgbClr val="00AF92"/>
      </a:accent5>
      <a:accent6>
        <a:srgbClr val="C65885"/>
      </a:accent6>
      <a:hlink>
        <a:srgbClr val="FCC79F"/>
      </a:hlink>
      <a:folHlink>
        <a:srgbClr val="869FB7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104</Paragraphs>
  <Slides>24</Slides>
  <Notes>21</Notes>
  <TotalTime>0</TotalTime>
  <HiddenSlides>0</HiddenSlides>
  <MMClips>3</MMClips>
  <ScaleCrop>0</ScaleCrop>
  <HeadingPairs>
    <vt:vector baseType="variant" size="6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baseType="lpstr" size="42">
      <vt:lpstr>Arial</vt:lpstr>
      <vt:lpstr>等线 Light</vt:lpstr>
      <vt:lpstr>等线</vt:lpstr>
      <vt:lpstr>Calibri</vt:lpstr>
      <vt:lpstr>宋体</vt:lpstr>
      <vt:lpstr>Impact</vt:lpstr>
      <vt:lpstr>Signika</vt:lpstr>
      <vt:lpstr>Open Sans Extrabold</vt:lpstr>
      <vt:lpstr>LiHei Pro</vt:lpstr>
      <vt:lpstr>迷你简汉真广标</vt:lpstr>
      <vt:lpstr>ITC Avant Garde Std Bk</vt:lpstr>
      <vt:lpstr>黑体</vt:lpstr>
      <vt:lpstr>微软雅黑</vt:lpstr>
      <vt:lpstr>Cambria</vt:lpstr>
      <vt:lpstr>楷体</vt:lpstr>
      <vt:lpstr>Times New Roman</vt:lpstr>
      <vt:lpstr>Mongolian Baiti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2026-01-29T09:11:31.737</cp:lastPrinted>
  <dcterms:created xsi:type="dcterms:W3CDTF">2026-01-29T09:11:31Z</dcterms:created>
  <dcterms:modified xsi:type="dcterms:W3CDTF">2026-01-29T01:11:31Z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