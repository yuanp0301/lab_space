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93" r:id="rId4"/>
    <p:sldId id="274" r:id="rId5"/>
    <p:sldId id="278" r:id="rId6"/>
    <p:sldId id="276" r:id="rId7"/>
    <p:sldId id="272" r:id="rId8"/>
    <p:sldId id="279" r:id="rId9"/>
    <p:sldId id="280" r:id="rId10"/>
    <p:sldId id="297" r:id="rId11"/>
    <p:sldId id="281" r:id="rId12"/>
    <p:sldId id="283" r:id="rId13"/>
    <p:sldId id="284" r:id="rId14"/>
    <p:sldId id="285" r:id="rId15"/>
    <p:sldId id="286" r:id="rId16"/>
    <p:sldId id="287" r:id="rId17"/>
    <p:sldId id="294" r:id="rId18"/>
    <p:sldId id="288" r:id="rId19"/>
    <p:sldId id="295" r:id="rId20"/>
    <p:sldId id="289" r:id="rId21"/>
    <p:sldId id="290" r:id="rId22"/>
    <p:sldId id="291" r:id="rId23"/>
    <p:sldId id="296" r:id="rId24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3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46" y="864"/>
      </p:cViewPr>
      <p:guideLst>
        <p:guide orient="horz" pos="2184"/>
        <p:guide pos="38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tags" Target="tags/tag376.xml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83.xml" /><Relationship Id="rId2" Type="http://schemas.openxmlformats.org/officeDocument/2006/relationships/tags" Target="../tags/tag84.xml" /><Relationship Id="rId3" Type="http://schemas.openxmlformats.org/officeDocument/2006/relationships/tags" Target="../tags/tag85.xml" /><Relationship Id="rId4" Type="http://schemas.openxmlformats.org/officeDocument/2006/relationships/tags" Target="../tags/tag86.xml" /><Relationship Id="rId5" Type="http://schemas.openxmlformats.org/officeDocument/2006/relationships/tags" Target="../tags/tag87.xml" /><Relationship Id="rId6" Type="http://schemas.openxmlformats.org/officeDocument/2006/relationships/tags" Target="../tags/tag88.xml" /><Relationship Id="rId7" Type="http://schemas.openxmlformats.org/officeDocument/2006/relationships/tags" Target="../tags/tag89.xml" /><Relationship Id="rId8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04.xml" /><Relationship Id="rId4" Type="http://schemas.openxmlformats.org/officeDocument/2006/relationships/tags" Target="../tags/tag105.xml" /><Relationship Id="rId5" Type="http://schemas.openxmlformats.org/officeDocument/2006/relationships/tags" Target="../tags/tag106.xml" /><Relationship Id="rId6" Type="http://schemas.openxmlformats.org/officeDocument/2006/relationships/tags" Target="../tags/tag107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14.xml" /><Relationship Id="rId4" Type="http://schemas.openxmlformats.org/officeDocument/2006/relationships/tags" Target="../tags/tag115.xml" /><Relationship Id="rId5" Type="http://schemas.openxmlformats.org/officeDocument/2006/relationships/tags" Target="../tags/tag116.xml" /><Relationship Id="rId6" Type="http://schemas.openxmlformats.org/officeDocument/2006/relationships/tags" Target="../tags/tag117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23.xml" /><Relationship Id="rId4" Type="http://schemas.openxmlformats.org/officeDocument/2006/relationships/tags" Target="../tags/tag124.xml" /><Relationship Id="rId5" Type="http://schemas.openxmlformats.org/officeDocument/2006/relationships/tags" Target="../tags/tag125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50.xml" /><Relationship Id="rId4" Type="http://schemas.openxmlformats.org/officeDocument/2006/relationships/tags" Target="../tags/tag151.xml" /><Relationship Id="rId5" Type="http://schemas.openxmlformats.org/officeDocument/2006/relationships/tags" Target="../tags/tag152.xml" /><Relationship Id="rId6" Type="http://schemas.openxmlformats.org/officeDocument/2006/relationships/tags" Target="../tags/tag153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66.xml" /><Relationship Id="rId4" Type="http://schemas.openxmlformats.org/officeDocument/2006/relationships/tags" Target="../tags/tag167.xml" /><Relationship Id="rId5" Type="http://schemas.openxmlformats.org/officeDocument/2006/relationships/tags" Target="../tags/tag168.xml" /><Relationship Id="rId6" Type="http://schemas.openxmlformats.org/officeDocument/2006/relationships/tags" Target="../tags/tag169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76.xml" /><Relationship Id="rId4" Type="http://schemas.openxmlformats.org/officeDocument/2006/relationships/tags" Target="../tags/tag177.xml" /><Relationship Id="rId5" Type="http://schemas.openxmlformats.org/officeDocument/2006/relationships/tags" Target="../tags/tag178.xml" /><Relationship Id="rId6" Type="http://schemas.openxmlformats.org/officeDocument/2006/relationships/tags" Target="../tags/tag179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198.xml" /><Relationship Id="rId4" Type="http://schemas.openxmlformats.org/officeDocument/2006/relationships/tags" Target="../tags/tag199.xml" /><Relationship Id="rId5" Type="http://schemas.openxmlformats.org/officeDocument/2006/relationships/tags" Target="../tags/tag200.xml" /><Relationship Id="rId6" Type="http://schemas.openxmlformats.org/officeDocument/2006/relationships/tags" Target="../tags/tag20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08.xml" /><Relationship Id="rId4" Type="http://schemas.openxmlformats.org/officeDocument/2006/relationships/tags" Target="../tags/tag209.xml" /><Relationship Id="rId5" Type="http://schemas.openxmlformats.org/officeDocument/2006/relationships/tags" Target="../tags/tag210.xml" /><Relationship Id="rId6" Type="http://schemas.openxmlformats.org/officeDocument/2006/relationships/tags" Target="../tags/tag21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33.xml" /><Relationship Id="rId4" Type="http://schemas.openxmlformats.org/officeDocument/2006/relationships/tags" Target="../tags/tag234.xml" /><Relationship Id="rId5" Type="http://schemas.openxmlformats.org/officeDocument/2006/relationships/tags" Target="../tags/tag235.xml" /><Relationship Id="rId6" Type="http://schemas.openxmlformats.org/officeDocument/2006/relationships/tags" Target="../tags/tag236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53.xml" /><Relationship Id="rId4" Type="http://schemas.openxmlformats.org/officeDocument/2006/relationships/tags" Target="../tags/tag254.xml" /><Relationship Id="rId5" Type="http://schemas.openxmlformats.org/officeDocument/2006/relationships/tags" Target="../tags/tag255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67.xml" /><Relationship Id="rId4" Type="http://schemas.openxmlformats.org/officeDocument/2006/relationships/tags" Target="../tags/tag268.xml" /><Relationship Id="rId5" Type="http://schemas.openxmlformats.org/officeDocument/2006/relationships/tags" Target="../tags/tag269.xml" /><Relationship Id="rId6" Type="http://schemas.openxmlformats.org/officeDocument/2006/relationships/tags" Target="../tags/tag270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82.xml" /><Relationship Id="rId4" Type="http://schemas.openxmlformats.org/officeDocument/2006/relationships/tags" Target="../tags/tag283.xml" /><Relationship Id="rId5" Type="http://schemas.openxmlformats.org/officeDocument/2006/relationships/tags" Target="../tags/tag284.xml" /><Relationship Id="rId6" Type="http://schemas.openxmlformats.org/officeDocument/2006/relationships/tags" Target="../tags/tag285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95.xml" /><Relationship Id="rId4" Type="http://schemas.openxmlformats.org/officeDocument/2006/relationships/tags" Target="../tags/tag296.xml" /><Relationship Id="rId5" Type="http://schemas.openxmlformats.org/officeDocument/2006/relationships/tags" Target="../tags/tag297.xml" /><Relationship Id="rId6" Type="http://schemas.openxmlformats.org/officeDocument/2006/relationships/tags" Target="../tags/tag298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26.xml" /><Relationship Id="rId4" Type="http://schemas.openxmlformats.org/officeDocument/2006/relationships/tags" Target="../tags/tag327.xml" /><Relationship Id="rId5" Type="http://schemas.openxmlformats.org/officeDocument/2006/relationships/tags" Target="../tags/tag328.xml" /><Relationship Id="rId6" Type="http://schemas.openxmlformats.org/officeDocument/2006/relationships/tags" Target="../tags/tag329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38.xml" /><Relationship Id="rId4" Type="http://schemas.openxmlformats.org/officeDocument/2006/relationships/tags" Target="../tags/tag339.xml" /><Relationship Id="rId5" Type="http://schemas.openxmlformats.org/officeDocument/2006/relationships/tags" Target="../tags/tag340.xml" /><Relationship Id="rId6" Type="http://schemas.openxmlformats.org/officeDocument/2006/relationships/tags" Target="../tags/tag34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50.xml" /><Relationship Id="rId4" Type="http://schemas.openxmlformats.org/officeDocument/2006/relationships/tags" Target="../tags/tag351.xml" /><Relationship Id="rId5" Type="http://schemas.openxmlformats.org/officeDocument/2006/relationships/tags" Target="../tags/tag352.xml" /><Relationship Id="rId6" Type="http://schemas.openxmlformats.org/officeDocument/2006/relationships/tags" Target="../tags/tag353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63.xml" /><Relationship Id="rId4" Type="http://schemas.openxmlformats.org/officeDocument/2006/relationships/tags" Target="../tags/tag364.xml" /><Relationship Id="rId5" Type="http://schemas.openxmlformats.org/officeDocument/2006/relationships/tags" Target="../tags/tag365.xml" /><Relationship Id="rId6" Type="http://schemas.openxmlformats.org/officeDocument/2006/relationships/tags" Target="../tags/tag366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平翘舌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 idx="4294967295"/>
            <p:custDataLst>
              <p:tags r:id="rId4"/>
            </p:custDataLst>
          </p:nvPr>
        </p:nvSpPr>
        <p:spPr>
          <a:ln>
            <a:miter lim="800000"/>
          </a:ln>
        </p:spPr>
      </p:sp>
      <p:sp>
        <p:nvSpPr>
          <p:cNvPr id="22531" name="文本占位符 2"/>
          <p:cNvSpPr txBox="1">
            <a:spLocks noGrp="1" noChangeArrowheads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以看花为线索，分别体现在哪几自然段？</a:t>
            </a:r>
          </a:p>
          <a:p>
            <a:r>
              <a:rPr lang="zh-CN" altLang="en-US"/>
              <a:t>“我”面对这件事的态度是怎样的？看花背后，“我”的生活心态又是怎样的？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小心翼翼，深沉隐忍的母爱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小心翼翼，深沉隐忍的母爱。</a:t>
            </a:r>
          </a:p>
          <a:p>
            <a:r>
              <a:rPr lang="zh-CN" altLang="en-US"/>
              <a:t>与第一次的恳求相比呢？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/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/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小心翼翼，深沉隐忍的母爱。</a:t>
            </a:r>
          </a:p>
          <a:p>
            <a:r>
              <a:rPr lang="zh-CN" altLang="en-US"/>
              <a:t>与第一次的恳求相比呢？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小心翼翼，深沉隐忍的母爱。</a:t>
            </a:r>
          </a:p>
          <a:p>
            <a:r>
              <a:rPr lang="zh-CN" altLang="en-US"/>
              <a:t>与第一次的恳求相比呢？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/>
        <p:txBody>
          <a:bodyPr/>
          <a:lstStyle/>
          <a:p>
            <a:fld id="{54114C8E-AA9C-4E04-B9BC-33578653CD0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tags" Target="../tags/tag6.xml" /><Relationship Id="rId7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7.xml" /><Relationship Id="rId2" Type="http://schemas.openxmlformats.org/officeDocument/2006/relationships/tags" Target="../tags/tag8.xml" /><Relationship Id="rId3" Type="http://schemas.openxmlformats.org/officeDocument/2006/relationships/tags" Target="../tags/tag9.xml" /><Relationship Id="rId4" Type="http://schemas.openxmlformats.org/officeDocument/2006/relationships/tags" Target="../tags/tag10.xml" /><Relationship Id="rId5" Type="http://schemas.openxmlformats.org/officeDocument/2006/relationships/tags" Target="../tags/tag11.xml" /><Relationship Id="rId6" Type="http://schemas.openxmlformats.org/officeDocument/2006/relationships/tags" Target="../tags/tag12.xml" /><Relationship Id="rId7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3.xml" /><Relationship Id="rId2" Type="http://schemas.openxmlformats.org/officeDocument/2006/relationships/tags" Target="../tags/tag14.xml" /><Relationship Id="rId3" Type="http://schemas.openxmlformats.org/officeDocument/2006/relationships/tags" Target="../tags/tag15.xml" /><Relationship Id="rId4" Type="http://schemas.openxmlformats.org/officeDocument/2006/relationships/tags" Target="../tags/tag16.xml" /><Relationship Id="rId5" Type="http://schemas.openxmlformats.org/officeDocument/2006/relationships/tags" Target="../tags/tag17.xml" /><Relationship Id="rId6" Type="http://schemas.openxmlformats.org/officeDocument/2006/relationships/tags" Target="../tags/tag18.xml" /><Relationship Id="rId7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9.xml" /><Relationship Id="rId2" Type="http://schemas.openxmlformats.org/officeDocument/2006/relationships/tags" Target="../tags/tag20.xml" /><Relationship Id="rId3" Type="http://schemas.openxmlformats.org/officeDocument/2006/relationships/tags" Target="../tags/tag21.xml" /><Relationship Id="rId4" Type="http://schemas.openxmlformats.org/officeDocument/2006/relationships/tags" Target="../tags/tag22.xml" /><Relationship Id="rId5" Type="http://schemas.openxmlformats.org/officeDocument/2006/relationships/tags" Target="../tags/tag23.xml" /><Relationship Id="rId6" Type="http://schemas.openxmlformats.org/officeDocument/2006/relationships/tags" Target="../tags/tag24.xml" /><Relationship Id="rId7" Type="http://schemas.openxmlformats.org/officeDocument/2006/relationships/tags" Target="../tags/tag25.xml" /><Relationship Id="rId8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6.xml" /><Relationship Id="rId10" Type="http://schemas.openxmlformats.org/officeDocument/2006/relationships/slideMaster" Target="../slideMasters/slideMaster1.xml" /><Relationship Id="rId2" Type="http://schemas.openxmlformats.org/officeDocument/2006/relationships/tags" Target="../tags/tag27.xml" /><Relationship Id="rId3" Type="http://schemas.openxmlformats.org/officeDocument/2006/relationships/tags" Target="../tags/tag28.xml" /><Relationship Id="rId4" Type="http://schemas.openxmlformats.org/officeDocument/2006/relationships/tags" Target="../tags/tag29.xml" /><Relationship Id="rId5" Type="http://schemas.openxmlformats.org/officeDocument/2006/relationships/tags" Target="../tags/tag30.xml" /><Relationship Id="rId6" Type="http://schemas.openxmlformats.org/officeDocument/2006/relationships/tags" Target="../tags/tag31.xml" /><Relationship Id="rId7" Type="http://schemas.openxmlformats.org/officeDocument/2006/relationships/tags" Target="../tags/tag32.xml" /><Relationship Id="rId8" Type="http://schemas.openxmlformats.org/officeDocument/2006/relationships/tags" Target="../tags/tag33.xml" /><Relationship Id="rId9" Type="http://schemas.openxmlformats.org/officeDocument/2006/relationships/tags" Target="../tags/tag34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5.xml" /><Relationship Id="rId2" Type="http://schemas.openxmlformats.org/officeDocument/2006/relationships/tags" Target="../tags/tag36.xml" /><Relationship Id="rId3" Type="http://schemas.openxmlformats.org/officeDocument/2006/relationships/tags" Target="../tags/tag37.xml" /><Relationship Id="rId4" Type="http://schemas.openxmlformats.org/officeDocument/2006/relationships/tags" Target="../tags/tag38.xml" /><Relationship Id="rId5" Type="http://schemas.openxmlformats.org/officeDocument/2006/relationships/tags" Target="../tags/tag39.xml" /><Relationship Id="rId6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0.xml" /><Relationship Id="rId2" Type="http://schemas.openxmlformats.org/officeDocument/2006/relationships/tags" Target="../tags/tag41.xml" /><Relationship Id="rId3" Type="http://schemas.openxmlformats.org/officeDocument/2006/relationships/tags" Target="../tags/tag42.xml" /><Relationship Id="rId4" Type="http://schemas.openxmlformats.org/officeDocument/2006/relationships/tags" Target="../tags/tag43.xml" /><Relationship Id="rId5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4.xml" /><Relationship Id="rId2" Type="http://schemas.openxmlformats.org/officeDocument/2006/relationships/tags" Target="../tags/tag45.xml" /><Relationship Id="rId3" Type="http://schemas.openxmlformats.org/officeDocument/2006/relationships/tags" Target="../tags/tag46.xml" /><Relationship Id="rId4" Type="http://schemas.openxmlformats.org/officeDocument/2006/relationships/tags" Target="../tags/tag47.xml" /><Relationship Id="rId5" Type="http://schemas.openxmlformats.org/officeDocument/2006/relationships/tags" Target="../tags/tag48.xml" /><Relationship Id="rId6" Type="http://schemas.openxmlformats.org/officeDocument/2006/relationships/tags" Target="../tags/tag49.xml" /><Relationship Id="rId7" Type="http://schemas.openxmlformats.org/officeDocument/2006/relationships/tags" Target="../tags/tag50.xml" /><Relationship Id="rId8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1.xml" /><Relationship Id="rId2" Type="http://schemas.openxmlformats.org/officeDocument/2006/relationships/tags" Target="../tags/tag52.xml" /><Relationship Id="rId3" Type="http://schemas.openxmlformats.org/officeDocument/2006/relationships/tags" Target="../tags/tag53.xml" /><Relationship Id="rId4" Type="http://schemas.openxmlformats.org/officeDocument/2006/relationships/tags" Target="../tags/tag54.xml" /><Relationship Id="rId5" Type="http://schemas.openxmlformats.org/officeDocument/2006/relationships/tags" Target="../tags/tag55.xml" /><Relationship Id="rId6" Type="http://schemas.openxmlformats.org/officeDocument/2006/relationships/tags" Target="../tags/tag56.xml" /><Relationship Id="rId7" Type="http://schemas.openxmlformats.org/officeDocument/2006/relationships/tags" Target="../tags/tag57.xml" /><Relationship Id="rId8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8.xml" /><Relationship Id="rId2" Type="http://schemas.openxmlformats.org/officeDocument/2006/relationships/tags" Target="../tags/tag59.xml" /><Relationship Id="rId3" Type="http://schemas.openxmlformats.org/officeDocument/2006/relationships/tags" Target="../tags/tag60.xml" /><Relationship Id="rId4" Type="http://schemas.openxmlformats.org/officeDocument/2006/relationships/tags" Target="../tags/tag61.xml" /><Relationship Id="rId5" Type="http://schemas.openxmlformats.org/officeDocument/2006/relationships/tags" Target="../tags/tag62.xml" /><Relationship Id="rId6" Type="http://schemas.openxmlformats.org/officeDocument/2006/relationships/tags" Target="../tags/tag63.xml" /><Relationship Id="rId7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4.xml" /><Relationship Id="rId2" Type="http://schemas.openxmlformats.org/officeDocument/2006/relationships/tags" Target="../tags/tag65.xml" /><Relationship Id="rId3" Type="http://schemas.openxmlformats.org/officeDocument/2006/relationships/tags" Target="../tags/tag66.xml" /><Relationship Id="rId4" Type="http://schemas.openxmlformats.org/officeDocument/2006/relationships/tags" Target="../tags/tag67.xml" /><Relationship Id="rId5" Type="http://schemas.openxmlformats.org/officeDocument/2006/relationships/tags" Target="../tags/tag68.xml" /><Relationship Id="rId6" Type="http://schemas.openxmlformats.org/officeDocument/2006/relationships/tags" Target="../tags/tag69.xml" /><Relationship Id="rId7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内容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图片与标题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标题和竖排文字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ags" Target="../tags/tag70.xml" /><Relationship Id="rId13" Type="http://schemas.openxmlformats.org/officeDocument/2006/relationships/tags" Target="../tags/tag71.xml" /><Relationship Id="rId14" Type="http://schemas.openxmlformats.org/officeDocument/2006/relationships/tags" Target="../tags/tag72.xml" /><Relationship Id="rId15" Type="http://schemas.openxmlformats.org/officeDocument/2006/relationships/tags" Target="../tags/tag73.xml" /><Relationship Id="rId16" Type="http://schemas.openxmlformats.org/officeDocument/2006/relationships/tags" Target="../tags/tag74.xml" /><Relationship Id="rId17" Type="http://schemas.openxmlformats.org/officeDocument/2006/relationships/tags" Target="../tags/tag75.xml" /><Relationship Id="rId18" Type="http://schemas.openxmlformats.org/officeDocument/2006/relationships/tags" Target="../tags/tag76.xml" /><Relationship Id="rId19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20" Type="http://schemas.openxmlformats.org/officeDocument/2006/relationships/tags" Target="../tags/tag77.xml" /><Relationship Id="rId21" Type="http://schemas.openxmlformats.org/officeDocument/2006/relationships/tags" Target="../tags/tag78.xml" /><Relationship Id="rId22" Type="http://schemas.openxmlformats.org/officeDocument/2006/relationships/tags" Target="../tags/tag79.xml" /><Relationship Id="rId23" Type="http://schemas.openxmlformats.org/officeDocument/2006/relationships/tags" Target="../tags/tag80.xml" /><Relationship Id="rId24" Type="http://schemas.openxmlformats.org/officeDocument/2006/relationships/tags" Target="../tags/tag81.xml" /><Relationship Id="rId25" Type="http://schemas.openxmlformats.org/officeDocument/2006/relationships/image" Target="file:///D:\qq&#25991;&#20214;\712321467\Image\C2C\Image2\%7b75232B38-A165-1FB7-499C-2E1C792CACB5%7d.png" TargetMode="External" /><Relationship Id="rId26" Type="http://schemas.openxmlformats.org/officeDocument/2006/relationships/image" Target="../media/image2.png" /><Relationship Id="rId27" Type="http://schemas.openxmlformats.org/officeDocument/2006/relationships/tags" Target="../tags/tag82.xml" /><Relationship Id="rId2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>
          <p:custDataLst>
            <p:tags r:id="rId12"/>
          </p:custDataLst>
        </p:nvPr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0EABC-CA35-4D4C-8D43-FB7F4193E0A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41E28-3F14-432D-9103-A0181E9EE37B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18"/>
            </p:custDataLst>
          </p:nvPr>
        </p:nvSpPr>
        <p:spPr>
          <a:xfrm>
            <a:off x="377371" y="359228"/>
            <a:ext cx="11437258" cy="6139543"/>
          </a:xfrm>
          <a:prstGeom prst="rect">
            <a:avLst/>
          </a:prstGeom>
          <a:noFill/>
          <a:ln w="28575">
            <a:solidFill>
              <a:srgbClr val="FCD3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4" t="25370" r="1" b="1"/>
          <a:stretch>
            <a:fillRect/>
          </a:stretch>
        </p:blipFill>
        <p:spPr>
          <a:xfrm rot="10800000">
            <a:off x="6452110" y="4201885"/>
            <a:ext cx="5739889" cy="26561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4" t="40680" r="11222" b="-862"/>
          <a:stretch>
            <a:fillRect/>
          </a:stretch>
        </p:blipFill>
        <p:spPr>
          <a:xfrm rot="10800000" flipV="1">
            <a:off x="7531099" y="-2"/>
            <a:ext cx="4660896" cy="214193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52" t="44128" r="46427"/>
          <a:stretch>
            <a:fillRect/>
          </a:stretch>
        </p:blipFill>
        <p:spPr>
          <a:xfrm>
            <a:off x="0" y="-1"/>
            <a:ext cx="2146300" cy="1979699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03" t="21678" r="-2294" b="18141"/>
          <a:stretch>
            <a:fillRect/>
          </a:stretch>
        </p:blipFill>
        <p:spPr>
          <a:xfrm rot="10800000" flipH="1">
            <a:off x="0" y="4716069"/>
            <a:ext cx="4460506" cy="2141931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03" t="21678" r="-2294" b="18141"/>
          <a:stretch>
            <a:fillRect/>
          </a:stretch>
        </p:blipFill>
        <p:spPr>
          <a:xfrm rot="21016548" flipH="1">
            <a:off x="3174417" y="-359817"/>
            <a:ext cx="4460506" cy="2141931"/>
          </a:xfrm>
          <a:custGeom>
            <a:gdLst>
              <a:gd name="connsiteX0" fmla="*/ 3986112 w 4460506"/>
              <a:gd name="connsiteY0" fmla="*/ 0 h 2141931"/>
              <a:gd name="connsiteX1" fmla="*/ 3994194 w 4460506"/>
              <a:gd name="connsiteY1" fmla="*/ 47166 h 2141931"/>
              <a:gd name="connsiteX2" fmla="*/ 0 w 4460506"/>
              <a:gd name="connsiteY2" fmla="*/ 731642 h 2141931"/>
              <a:gd name="connsiteX3" fmla="*/ 0 w 4460506"/>
              <a:gd name="connsiteY3" fmla="*/ 2141931 h 2141931"/>
              <a:gd name="connsiteX4" fmla="*/ 4460506 w 4460506"/>
              <a:gd name="connsiteY4" fmla="*/ 2141931 h 2141931"/>
              <a:gd name="connsiteX5" fmla="*/ 4460506 w 4460506"/>
              <a:gd name="connsiteY5" fmla="*/ 0 h 214193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0506" h="2141931">
                <a:moveTo>
                  <a:pt x="3986112" y="0"/>
                </a:moveTo>
                <a:lnTo>
                  <a:pt x="3994194" y="47166"/>
                </a:lnTo>
                <a:lnTo>
                  <a:pt x="0" y="731642"/>
                </a:lnTo>
                <a:lnTo>
                  <a:pt x="0" y="2141931"/>
                </a:lnTo>
                <a:lnTo>
                  <a:pt x="4460506" y="2141931"/>
                </a:lnTo>
                <a:lnTo>
                  <a:pt x="4460506" y="0"/>
                </a:lnTo>
                <a:close/>
              </a:path>
            </a:pathLst>
          </a:custGeom>
        </p:spPr>
      </p:pic>
      <p:pic>
        <p:nvPicPr>
          <p:cNvPr id="40" name="图片 1073743875" descr="学科网 zxxk.com" title="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 r:link="rId2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96.xml" /><Relationship Id="rId11" Type="http://schemas.openxmlformats.org/officeDocument/2006/relationships/image" Target="../media/image5.png" /><Relationship Id="rId12" Type="http://schemas.openxmlformats.org/officeDocument/2006/relationships/tags" Target="../tags/tag97.xml" /><Relationship Id="rId2" Type="http://schemas.openxmlformats.org/officeDocument/2006/relationships/tags" Target="../tags/tag90.xml" /><Relationship Id="rId3" Type="http://schemas.openxmlformats.org/officeDocument/2006/relationships/image" Target="../media/image3.jpeg" /><Relationship Id="rId4" Type="http://schemas.openxmlformats.org/officeDocument/2006/relationships/tags" Target="../tags/tag91.xml" /><Relationship Id="rId5" Type="http://schemas.openxmlformats.org/officeDocument/2006/relationships/tags" Target="../tags/tag92.xml" /><Relationship Id="rId6" Type="http://schemas.openxmlformats.org/officeDocument/2006/relationships/image" Target="../media/image4.png" /><Relationship Id="rId7" Type="http://schemas.openxmlformats.org/officeDocument/2006/relationships/tags" Target="../tags/tag93.xml" /><Relationship Id="rId8" Type="http://schemas.openxmlformats.org/officeDocument/2006/relationships/tags" Target="../tags/tag94.xml" /><Relationship Id="rId9" Type="http://schemas.openxmlformats.org/officeDocument/2006/relationships/tags" Target="../tags/tag95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98.xml" /><Relationship Id="rId3" Type="http://schemas.openxmlformats.org/officeDocument/2006/relationships/tags" Target="../tags/tag99.xml" /><Relationship Id="rId4" Type="http://schemas.openxmlformats.org/officeDocument/2006/relationships/tags" Target="../tags/tag100.xml" /><Relationship Id="rId5" Type="http://schemas.openxmlformats.org/officeDocument/2006/relationships/image" Target="../media/image6.jpeg" /><Relationship Id="rId6" Type="http://schemas.openxmlformats.org/officeDocument/2006/relationships/tags" Target="../tags/tag101.xml" /><Relationship Id="rId7" Type="http://schemas.openxmlformats.org/officeDocument/2006/relationships/tags" Target="../tags/tag102.xml" /><Relationship Id="rId8" Type="http://schemas.openxmlformats.org/officeDocument/2006/relationships/tags" Target="../tags/tag103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openxmlformats.org/officeDocument/2006/relationships/tags" Target="../tags/tag108.xml" /><Relationship Id="rId4" Type="http://schemas.openxmlformats.org/officeDocument/2006/relationships/tags" Target="../tags/tag109.xml" /><Relationship Id="rId5" Type="http://schemas.openxmlformats.org/officeDocument/2006/relationships/tags" Target="../tags/tag110.xml" /><Relationship Id="rId6" Type="http://schemas.openxmlformats.org/officeDocument/2006/relationships/tags" Target="../tags/tag111.xml" /><Relationship Id="rId7" Type="http://schemas.openxmlformats.org/officeDocument/2006/relationships/tags" Target="../tags/tag112.xml" /><Relationship Id="rId8" Type="http://schemas.openxmlformats.org/officeDocument/2006/relationships/tags" Target="../tags/tag11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Relationship Id="rId3" Type="http://schemas.openxmlformats.org/officeDocument/2006/relationships/tags" Target="../tags/tag118.xml" /><Relationship Id="rId4" Type="http://schemas.openxmlformats.org/officeDocument/2006/relationships/tags" Target="../tags/tag119.xml" /><Relationship Id="rId5" Type="http://schemas.openxmlformats.org/officeDocument/2006/relationships/tags" Target="../tags/tag120.xml" /><Relationship Id="rId6" Type="http://schemas.openxmlformats.org/officeDocument/2006/relationships/tags" Target="../tags/tag121.xml" /><Relationship Id="rId7" Type="http://schemas.openxmlformats.org/officeDocument/2006/relationships/tags" Target="../tags/tag12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132.xml" /><Relationship Id="rId11" Type="http://schemas.openxmlformats.org/officeDocument/2006/relationships/tags" Target="../tags/tag133.xml" /><Relationship Id="rId12" Type="http://schemas.openxmlformats.org/officeDocument/2006/relationships/tags" Target="../tags/tag134.xml" /><Relationship Id="rId13" Type="http://schemas.openxmlformats.org/officeDocument/2006/relationships/tags" Target="../tags/tag135.xml" /><Relationship Id="rId14" Type="http://schemas.openxmlformats.org/officeDocument/2006/relationships/tags" Target="../tags/tag136.xml" /><Relationship Id="rId15" Type="http://schemas.openxmlformats.org/officeDocument/2006/relationships/tags" Target="../tags/tag137.xml" /><Relationship Id="rId16" Type="http://schemas.openxmlformats.org/officeDocument/2006/relationships/tags" Target="../tags/tag138.xml" /><Relationship Id="rId17" Type="http://schemas.openxmlformats.org/officeDocument/2006/relationships/tags" Target="../tags/tag139.xml" /><Relationship Id="rId18" Type="http://schemas.openxmlformats.org/officeDocument/2006/relationships/tags" Target="../tags/tag140.xml" /><Relationship Id="rId19" Type="http://schemas.openxmlformats.org/officeDocument/2006/relationships/tags" Target="../tags/tag141.xml" /><Relationship Id="rId2" Type="http://schemas.openxmlformats.org/officeDocument/2006/relationships/notesSlide" Target="../notesSlides/notesSlide3.xml" /><Relationship Id="rId20" Type="http://schemas.openxmlformats.org/officeDocument/2006/relationships/tags" Target="../tags/tag142.xml" /><Relationship Id="rId21" Type="http://schemas.openxmlformats.org/officeDocument/2006/relationships/tags" Target="../tags/tag143.xml" /><Relationship Id="rId22" Type="http://schemas.openxmlformats.org/officeDocument/2006/relationships/tags" Target="../tags/tag144.xml" /><Relationship Id="rId23" Type="http://schemas.openxmlformats.org/officeDocument/2006/relationships/tags" Target="../tags/tag145.xml" /><Relationship Id="rId24" Type="http://schemas.openxmlformats.org/officeDocument/2006/relationships/tags" Target="../tags/tag146.xml" /><Relationship Id="rId25" Type="http://schemas.openxmlformats.org/officeDocument/2006/relationships/tags" Target="../tags/tag147.xml" /><Relationship Id="rId26" Type="http://schemas.openxmlformats.org/officeDocument/2006/relationships/tags" Target="../tags/tag148.xml" /><Relationship Id="rId27" Type="http://schemas.openxmlformats.org/officeDocument/2006/relationships/tags" Target="../tags/tag149.xml" /><Relationship Id="rId3" Type="http://schemas.openxmlformats.org/officeDocument/2006/relationships/tags" Target="../tags/tag126.xml" /><Relationship Id="rId4" Type="http://schemas.openxmlformats.org/officeDocument/2006/relationships/tags" Target="../tags/tag127.xml" /><Relationship Id="rId5" Type="http://schemas.openxmlformats.org/officeDocument/2006/relationships/image" Target="../media/image7.png" /><Relationship Id="rId6" Type="http://schemas.openxmlformats.org/officeDocument/2006/relationships/tags" Target="../tags/tag128.xml" /><Relationship Id="rId7" Type="http://schemas.openxmlformats.org/officeDocument/2006/relationships/tags" Target="../tags/tag129.xml" /><Relationship Id="rId8" Type="http://schemas.openxmlformats.org/officeDocument/2006/relationships/tags" Target="../tags/tag130.xml" /><Relationship Id="rId9" Type="http://schemas.openxmlformats.org/officeDocument/2006/relationships/tags" Target="../tags/tag131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160.xml" /><Relationship Id="rId11" Type="http://schemas.openxmlformats.org/officeDocument/2006/relationships/tags" Target="../tags/tag161.xml" /><Relationship Id="rId12" Type="http://schemas.openxmlformats.org/officeDocument/2006/relationships/tags" Target="../tags/tag162.xml" /><Relationship Id="rId13" Type="http://schemas.openxmlformats.org/officeDocument/2006/relationships/tags" Target="../tags/tag163.xml" /><Relationship Id="rId14" Type="http://schemas.openxmlformats.org/officeDocument/2006/relationships/tags" Target="../tags/tag164.xml" /><Relationship Id="rId15" Type="http://schemas.openxmlformats.org/officeDocument/2006/relationships/tags" Target="../tags/tag165.xml" /><Relationship Id="rId2" Type="http://schemas.openxmlformats.org/officeDocument/2006/relationships/notesSlide" Target="../notesSlides/notesSlide4.xml" /><Relationship Id="rId3" Type="http://schemas.openxmlformats.org/officeDocument/2006/relationships/tags" Target="../tags/tag154.xml" /><Relationship Id="rId4" Type="http://schemas.openxmlformats.org/officeDocument/2006/relationships/image" Target="../media/image1.png" /><Relationship Id="rId5" Type="http://schemas.openxmlformats.org/officeDocument/2006/relationships/tags" Target="../tags/tag155.xml" /><Relationship Id="rId6" Type="http://schemas.openxmlformats.org/officeDocument/2006/relationships/tags" Target="../tags/tag156.xml" /><Relationship Id="rId7" Type="http://schemas.openxmlformats.org/officeDocument/2006/relationships/tags" Target="../tags/tag157.xml" /><Relationship Id="rId8" Type="http://schemas.openxmlformats.org/officeDocument/2006/relationships/tags" Target="../tags/tag158.xml" /><Relationship Id="rId9" Type="http://schemas.openxmlformats.org/officeDocument/2006/relationships/tags" Target="../tags/tag159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Relationship Id="rId3" Type="http://schemas.openxmlformats.org/officeDocument/2006/relationships/tags" Target="../tags/tag170.xml" /><Relationship Id="rId4" Type="http://schemas.openxmlformats.org/officeDocument/2006/relationships/tags" Target="../tags/tag171.xml" /><Relationship Id="rId5" Type="http://schemas.openxmlformats.org/officeDocument/2006/relationships/tags" Target="../tags/tag172.xml" /><Relationship Id="rId6" Type="http://schemas.openxmlformats.org/officeDocument/2006/relationships/tags" Target="../tags/tag173.xml" /><Relationship Id="rId7" Type="http://schemas.openxmlformats.org/officeDocument/2006/relationships/tags" Target="../tags/tag174.xml" /><Relationship Id="rId8" Type="http://schemas.openxmlformats.org/officeDocument/2006/relationships/tags" Target="../tags/tag175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187.xml" /><Relationship Id="rId11" Type="http://schemas.openxmlformats.org/officeDocument/2006/relationships/tags" Target="../tags/tag188.xml" /><Relationship Id="rId12" Type="http://schemas.openxmlformats.org/officeDocument/2006/relationships/tags" Target="../tags/tag189.xml" /><Relationship Id="rId13" Type="http://schemas.openxmlformats.org/officeDocument/2006/relationships/tags" Target="../tags/tag190.xml" /><Relationship Id="rId14" Type="http://schemas.openxmlformats.org/officeDocument/2006/relationships/tags" Target="../tags/tag191.xml" /><Relationship Id="rId15" Type="http://schemas.openxmlformats.org/officeDocument/2006/relationships/tags" Target="../tags/tag192.xml" /><Relationship Id="rId16" Type="http://schemas.openxmlformats.org/officeDocument/2006/relationships/tags" Target="../tags/tag193.xml" /><Relationship Id="rId17" Type="http://schemas.openxmlformats.org/officeDocument/2006/relationships/tags" Target="../tags/tag194.xml" /><Relationship Id="rId18" Type="http://schemas.openxmlformats.org/officeDocument/2006/relationships/tags" Target="../tags/tag195.xml" /><Relationship Id="rId19" Type="http://schemas.openxmlformats.org/officeDocument/2006/relationships/tags" Target="../tags/tag196.xml" /><Relationship Id="rId2" Type="http://schemas.openxmlformats.org/officeDocument/2006/relationships/notesSlide" Target="../notesSlides/notesSlide6.xml" /><Relationship Id="rId20" Type="http://schemas.openxmlformats.org/officeDocument/2006/relationships/tags" Target="../tags/tag197.xml" /><Relationship Id="rId3" Type="http://schemas.openxmlformats.org/officeDocument/2006/relationships/tags" Target="../tags/tag180.xml" /><Relationship Id="rId4" Type="http://schemas.openxmlformats.org/officeDocument/2006/relationships/tags" Target="../tags/tag181.xml" /><Relationship Id="rId5" Type="http://schemas.openxmlformats.org/officeDocument/2006/relationships/tags" Target="../tags/tag182.xml" /><Relationship Id="rId6" Type="http://schemas.openxmlformats.org/officeDocument/2006/relationships/tags" Target="../tags/tag183.xml" /><Relationship Id="rId7" Type="http://schemas.openxmlformats.org/officeDocument/2006/relationships/tags" Target="../tags/tag184.xml" /><Relationship Id="rId8" Type="http://schemas.openxmlformats.org/officeDocument/2006/relationships/tags" Target="../tags/tag185.xml" /><Relationship Id="rId9" Type="http://schemas.openxmlformats.org/officeDocument/2006/relationships/tags" Target="../tags/tag186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Relationship Id="rId3" Type="http://schemas.openxmlformats.org/officeDocument/2006/relationships/tags" Target="../tags/tag202.xml" /><Relationship Id="rId4" Type="http://schemas.openxmlformats.org/officeDocument/2006/relationships/tags" Target="../tags/tag203.xml" /><Relationship Id="rId5" Type="http://schemas.openxmlformats.org/officeDocument/2006/relationships/tags" Target="../tags/tag204.xml" /><Relationship Id="rId6" Type="http://schemas.openxmlformats.org/officeDocument/2006/relationships/tags" Target="../tags/tag205.xml" /><Relationship Id="rId7" Type="http://schemas.openxmlformats.org/officeDocument/2006/relationships/tags" Target="../tags/tag206.xml" /><Relationship Id="rId8" Type="http://schemas.openxmlformats.org/officeDocument/2006/relationships/image" Target="../media/image8.png" /><Relationship Id="rId9" Type="http://schemas.openxmlformats.org/officeDocument/2006/relationships/tags" Target="../tags/tag207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219.xml" /><Relationship Id="rId11" Type="http://schemas.openxmlformats.org/officeDocument/2006/relationships/tags" Target="../tags/tag220.xml" /><Relationship Id="rId12" Type="http://schemas.openxmlformats.org/officeDocument/2006/relationships/tags" Target="../tags/tag221.xml" /><Relationship Id="rId13" Type="http://schemas.openxmlformats.org/officeDocument/2006/relationships/tags" Target="../tags/tag222.xml" /><Relationship Id="rId14" Type="http://schemas.openxmlformats.org/officeDocument/2006/relationships/tags" Target="../tags/tag223.xml" /><Relationship Id="rId15" Type="http://schemas.openxmlformats.org/officeDocument/2006/relationships/tags" Target="../tags/tag224.xml" /><Relationship Id="rId16" Type="http://schemas.openxmlformats.org/officeDocument/2006/relationships/tags" Target="../tags/tag225.xml" /><Relationship Id="rId17" Type="http://schemas.openxmlformats.org/officeDocument/2006/relationships/tags" Target="../tags/tag226.xml" /><Relationship Id="rId2" Type="http://schemas.openxmlformats.org/officeDocument/2006/relationships/notesSlide" Target="../notesSlides/notesSlide8.xml" /><Relationship Id="rId3" Type="http://schemas.openxmlformats.org/officeDocument/2006/relationships/tags" Target="../tags/tag212.xml" /><Relationship Id="rId4" Type="http://schemas.openxmlformats.org/officeDocument/2006/relationships/tags" Target="../tags/tag213.xml" /><Relationship Id="rId5" Type="http://schemas.openxmlformats.org/officeDocument/2006/relationships/tags" Target="../tags/tag214.xml" /><Relationship Id="rId6" Type="http://schemas.openxmlformats.org/officeDocument/2006/relationships/tags" Target="../tags/tag215.xml" /><Relationship Id="rId7" Type="http://schemas.openxmlformats.org/officeDocument/2006/relationships/tags" Target="../tags/tag216.xml" /><Relationship Id="rId8" Type="http://schemas.openxmlformats.org/officeDocument/2006/relationships/tags" Target="../tags/tag217.xml" /><Relationship Id="rId9" Type="http://schemas.openxmlformats.org/officeDocument/2006/relationships/tags" Target="../tags/tag218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227.xml" /><Relationship Id="rId3" Type="http://schemas.openxmlformats.org/officeDocument/2006/relationships/tags" Target="../tags/tag228.xml" /><Relationship Id="rId4" Type="http://schemas.openxmlformats.org/officeDocument/2006/relationships/tags" Target="../tags/tag229.xml" /><Relationship Id="rId5" Type="http://schemas.openxmlformats.org/officeDocument/2006/relationships/tags" Target="../tags/tag230.xml" /><Relationship Id="rId6" Type="http://schemas.openxmlformats.org/officeDocument/2006/relationships/tags" Target="../tags/tag231.xml" /><Relationship Id="rId7" Type="http://schemas.openxmlformats.org/officeDocument/2006/relationships/tags" Target="../tags/tag232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244.xml" /><Relationship Id="rId11" Type="http://schemas.openxmlformats.org/officeDocument/2006/relationships/tags" Target="../tags/tag245.xml" /><Relationship Id="rId12" Type="http://schemas.openxmlformats.org/officeDocument/2006/relationships/tags" Target="../tags/tag246.xml" /><Relationship Id="rId13" Type="http://schemas.openxmlformats.org/officeDocument/2006/relationships/tags" Target="../tags/tag247.xml" /><Relationship Id="rId14" Type="http://schemas.openxmlformats.org/officeDocument/2006/relationships/tags" Target="../tags/tag248.xml" /><Relationship Id="rId15" Type="http://schemas.openxmlformats.org/officeDocument/2006/relationships/tags" Target="../tags/tag249.xml" /><Relationship Id="rId16" Type="http://schemas.openxmlformats.org/officeDocument/2006/relationships/tags" Target="../tags/tag250.xml" /><Relationship Id="rId17" Type="http://schemas.openxmlformats.org/officeDocument/2006/relationships/tags" Target="../tags/tag251.xml" /><Relationship Id="rId18" Type="http://schemas.openxmlformats.org/officeDocument/2006/relationships/tags" Target="../tags/tag252.xml" /><Relationship Id="rId2" Type="http://schemas.openxmlformats.org/officeDocument/2006/relationships/notesSlide" Target="../notesSlides/notesSlide9.xml" /><Relationship Id="rId3" Type="http://schemas.openxmlformats.org/officeDocument/2006/relationships/tags" Target="../tags/tag237.xml" /><Relationship Id="rId4" Type="http://schemas.openxmlformats.org/officeDocument/2006/relationships/tags" Target="../tags/tag238.xml" /><Relationship Id="rId5" Type="http://schemas.openxmlformats.org/officeDocument/2006/relationships/tags" Target="../tags/tag239.xml" /><Relationship Id="rId6" Type="http://schemas.openxmlformats.org/officeDocument/2006/relationships/tags" Target="../tags/tag240.xml" /><Relationship Id="rId7" Type="http://schemas.openxmlformats.org/officeDocument/2006/relationships/tags" Target="../tags/tag241.xml" /><Relationship Id="rId8" Type="http://schemas.openxmlformats.org/officeDocument/2006/relationships/tags" Target="../tags/tag242.xml" /><Relationship Id="rId9" Type="http://schemas.openxmlformats.org/officeDocument/2006/relationships/tags" Target="../tags/tag243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263.xml" /><Relationship Id="rId11" Type="http://schemas.openxmlformats.org/officeDocument/2006/relationships/tags" Target="../tags/tag264.xml" /><Relationship Id="rId12" Type="http://schemas.openxmlformats.org/officeDocument/2006/relationships/tags" Target="../tags/tag265.xml" /><Relationship Id="rId13" Type="http://schemas.openxmlformats.org/officeDocument/2006/relationships/tags" Target="../tags/tag266.xml" /><Relationship Id="rId2" Type="http://schemas.openxmlformats.org/officeDocument/2006/relationships/notesSlide" Target="../notesSlides/notesSlide10.xml" /><Relationship Id="rId3" Type="http://schemas.openxmlformats.org/officeDocument/2006/relationships/tags" Target="../tags/tag256.xml" /><Relationship Id="rId4" Type="http://schemas.openxmlformats.org/officeDocument/2006/relationships/tags" Target="../tags/tag257.xml" /><Relationship Id="rId5" Type="http://schemas.openxmlformats.org/officeDocument/2006/relationships/tags" Target="../tags/tag258.xml" /><Relationship Id="rId6" Type="http://schemas.openxmlformats.org/officeDocument/2006/relationships/tags" Target="../tags/tag259.xml" /><Relationship Id="rId7" Type="http://schemas.openxmlformats.org/officeDocument/2006/relationships/tags" Target="../tags/tag260.xml" /><Relationship Id="rId8" Type="http://schemas.openxmlformats.org/officeDocument/2006/relationships/tags" Target="../tags/tag261.xml" /><Relationship Id="rId9" Type="http://schemas.openxmlformats.org/officeDocument/2006/relationships/tags" Target="../tags/tag262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276.xml" /><Relationship Id="rId11" Type="http://schemas.openxmlformats.org/officeDocument/2006/relationships/image" Target="../media/image11.png" /><Relationship Id="rId12" Type="http://schemas.openxmlformats.org/officeDocument/2006/relationships/tags" Target="../tags/tag277.xml" /><Relationship Id="rId13" Type="http://schemas.openxmlformats.org/officeDocument/2006/relationships/tags" Target="../tags/tag278.xml" /><Relationship Id="rId14" Type="http://schemas.openxmlformats.org/officeDocument/2006/relationships/tags" Target="../tags/tag279.xml" /><Relationship Id="rId15" Type="http://schemas.openxmlformats.org/officeDocument/2006/relationships/tags" Target="../tags/tag280.xml" /><Relationship Id="rId16" Type="http://schemas.openxmlformats.org/officeDocument/2006/relationships/tags" Target="../tags/tag281.xml" /><Relationship Id="rId2" Type="http://schemas.openxmlformats.org/officeDocument/2006/relationships/notesSlide" Target="../notesSlides/notesSlide11.xml" /><Relationship Id="rId3" Type="http://schemas.openxmlformats.org/officeDocument/2006/relationships/tags" Target="../tags/tag271.xml" /><Relationship Id="rId4" Type="http://schemas.openxmlformats.org/officeDocument/2006/relationships/tags" Target="../tags/tag272.xml" /><Relationship Id="rId5" Type="http://schemas.openxmlformats.org/officeDocument/2006/relationships/tags" Target="../tags/tag273.xml" /><Relationship Id="rId6" Type="http://schemas.openxmlformats.org/officeDocument/2006/relationships/tags" Target="../tags/tag274.xml" /><Relationship Id="rId7" Type="http://schemas.openxmlformats.org/officeDocument/2006/relationships/image" Target="../media/image9.png" /><Relationship Id="rId8" Type="http://schemas.openxmlformats.org/officeDocument/2006/relationships/tags" Target="../tags/tag275.xml" /><Relationship Id="rId9" Type="http://schemas.openxmlformats.org/officeDocument/2006/relationships/image" Target="../media/image10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293.xml" /><Relationship Id="rId11" Type="http://schemas.openxmlformats.org/officeDocument/2006/relationships/tags" Target="../tags/tag294.xml" /><Relationship Id="rId2" Type="http://schemas.openxmlformats.org/officeDocument/2006/relationships/notesSlide" Target="../notesSlides/notesSlide12.xml" /><Relationship Id="rId3" Type="http://schemas.openxmlformats.org/officeDocument/2006/relationships/tags" Target="../tags/tag286.xml" /><Relationship Id="rId4" Type="http://schemas.openxmlformats.org/officeDocument/2006/relationships/tags" Target="../tags/tag287.xml" /><Relationship Id="rId5" Type="http://schemas.openxmlformats.org/officeDocument/2006/relationships/tags" Target="../tags/tag288.xml" /><Relationship Id="rId6" Type="http://schemas.openxmlformats.org/officeDocument/2006/relationships/tags" Target="../tags/tag289.xml" /><Relationship Id="rId7" Type="http://schemas.openxmlformats.org/officeDocument/2006/relationships/tags" Target="../tags/tag290.xml" /><Relationship Id="rId8" Type="http://schemas.openxmlformats.org/officeDocument/2006/relationships/tags" Target="../tags/tag291.xml" /><Relationship Id="rId9" Type="http://schemas.openxmlformats.org/officeDocument/2006/relationships/tags" Target="../tags/tag292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3.xml" /><Relationship Id="rId3" Type="http://schemas.openxmlformats.org/officeDocument/2006/relationships/tags" Target="../tags/tag299.xml" /><Relationship Id="rId4" Type="http://schemas.openxmlformats.org/officeDocument/2006/relationships/tags" Target="../tags/tag300.xml" /><Relationship Id="rId5" Type="http://schemas.openxmlformats.org/officeDocument/2006/relationships/tags" Target="../tags/tag301.xml" /><Relationship Id="rId6" Type="http://schemas.openxmlformats.org/officeDocument/2006/relationships/tags" Target="../tags/tag302.xml" /><Relationship Id="rId7" Type="http://schemas.openxmlformats.org/officeDocument/2006/relationships/tags" Target="../tags/tag303.xml" /><Relationship Id="rId8" Type="http://schemas.openxmlformats.org/officeDocument/2006/relationships/tags" Target="../tags/tag304.xml" /><Relationship Id="rId9" Type="http://schemas.openxmlformats.org/officeDocument/2006/relationships/tags" Target="../tags/tag305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314.xml" /><Relationship Id="rId2" Type="http://schemas.openxmlformats.org/officeDocument/2006/relationships/tags" Target="../tags/tag306.xml" /><Relationship Id="rId3" Type="http://schemas.openxmlformats.org/officeDocument/2006/relationships/tags" Target="../tags/tag307.xml" /><Relationship Id="rId4" Type="http://schemas.openxmlformats.org/officeDocument/2006/relationships/tags" Target="../tags/tag308.xml" /><Relationship Id="rId5" Type="http://schemas.openxmlformats.org/officeDocument/2006/relationships/tags" Target="../tags/tag309.xml" /><Relationship Id="rId6" Type="http://schemas.openxmlformats.org/officeDocument/2006/relationships/tags" Target="../tags/tag310.xml" /><Relationship Id="rId7" Type="http://schemas.openxmlformats.org/officeDocument/2006/relationships/tags" Target="../tags/tag311.xml" /><Relationship Id="rId8" Type="http://schemas.openxmlformats.org/officeDocument/2006/relationships/tags" Target="../tags/tag312.xml" /><Relationship Id="rId9" Type="http://schemas.openxmlformats.org/officeDocument/2006/relationships/tags" Target="../tags/tag313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323.xml" /><Relationship Id="rId11" Type="http://schemas.openxmlformats.org/officeDocument/2006/relationships/tags" Target="../tags/tag324.xml" /><Relationship Id="rId12" Type="http://schemas.openxmlformats.org/officeDocument/2006/relationships/tags" Target="../tags/tag325.xml" /><Relationship Id="rId2" Type="http://schemas.openxmlformats.org/officeDocument/2006/relationships/tags" Target="../tags/tag315.xml" /><Relationship Id="rId3" Type="http://schemas.openxmlformats.org/officeDocument/2006/relationships/tags" Target="../tags/tag316.xml" /><Relationship Id="rId4" Type="http://schemas.openxmlformats.org/officeDocument/2006/relationships/tags" Target="../tags/tag317.xml" /><Relationship Id="rId5" Type="http://schemas.openxmlformats.org/officeDocument/2006/relationships/tags" Target="../tags/tag318.xml" /><Relationship Id="rId6" Type="http://schemas.openxmlformats.org/officeDocument/2006/relationships/tags" Target="../tags/tag319.xml" /><Relationship Id="rId7" Type="http://schemas.openxmlformats.org/officeDocument/2006/relationships/tags" Target="../tags/tag320.xml" /><Relationship Id="rId8" Type="http://schemas.openxmlformats.org/officeDocument/2006/relationships/tags" Target="../tags/tag321.xml" /><Relationship Id="rId9" Type="http://schemas.openxmlformats.org/officeDocument/2006/relationships/tags" Target="../tags/tag322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336.xml" /><Relationship Id="rId11" Type="http://schemas.openxmlformats.org/officeDocument/2006/relationships/tags" Target="../tags/tag337.xml" /><Relationship Id="rId2" Type="http://schemas.openxmlformats.org/officeDocument/2006/relationships/notesSlide" Target="../notesSlides/notesSlide14.xml" /><Relationship Id="rId3" Type="http://schemas.openxmlformats.org/officeDocument/2006/relationships/tags" Target="../tags/tag330.xml" /><Relationship Id="rId4" Type="http://schemas.openxmlformats.org/officeDocument/2006/relationships/tags" Target="../tags/tag331.xml" /><Relationship Id="rId5" Type="http://schemas.openxmlformats.org/officeDocument/2006/relationships/tags" Target="../tags/tag332.xml" /><Relationship Id="rId6" Type="http://schemas.openxmlformats.org/officeDocument/2006/relationships/tags" Target="../tags/tag333.xml" /><Relationship Id="rId7" Type="http://schemas.openxmlformats.org/officeDocument/2006/relationships/tags" Target="../tags/tag334.xml" /><Relationship Id="rId8" Type="http://schemas.openxmlformats.org/officeDocument/2006/relationships/tags" Target="../tags/tag335.xml" /><Relationship Id="rId9" Type="http://schemas.openxmlformats.org/officeDocument/2006/relationships/image" Target="../media/image12.jpe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348.xml" /><Relationship Id="rId11" Type="http://schemas.openxmlformats.org/officeDocument/2006/relationships/tags" Target="../tags/tag349.xml" /><Relationship Id="rId2" Type="http://schemas.openxmlformats.org/officeDocument/2006/relationships/notesSlide" Target="../notesSlides/notesSlide15.xml" /><Relationship Id="rId3" Type="http://schemas.openxmlformats.org/officeDocument/2006/relationships/tags" Target="../tags/tag342.xml" /><Relationship Id="rId4" Type="http://schemas.openxmlformats.org/officeDocument/2006/relationships/tags" Target="../tags/tag343.xml" /><Relationship Id="rId5" Type="http://schemas.openxmlformats.org/officeDocument/2006/relationships/tags" Target="../tags/tag344.xml" /><Relationship Id="rId6" Type="http://schemas.openxmlformats.org/officeDocument/2006/relationships/tags" Target="../tags/tag345.xml" /><Relationship Id="rId7" Type="http://schemas.openxmlformats.org/officeDocument/2006/relationships/tags" Target="../tags/tag346.xml" /><Relationship Id="rId8" Type="http://schemas.openxmlformats.org/officeDocument/2006/relationships/tags" Target="../tags/tag347.xml" /><Relationship Id="rId9" Type="http://schemas.openxmlformats.org/officeDocument/2006/relationships/image" Target="../media/image12.jpe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361.xml" /><Relationship Id="rId11" Type="http://schemas.openxmlformats.org/officeDocument/2006/relationships/tags" Target="../tags/tag362.xml" /><Relationship Id="rId2" Type="http://schemas.openxmlformats.org/officeDocument/2006/relationships/notesSlide" Target="../notesSlides/notesSlide16.xml" /><Relationship Id="rId3" Type="http://schemas.openxmlformats.org/officeDocument/2006/relationships/tags" Target="../tags/tag354.xml" /><Relationship Id="rId4" Type="http://schemas.openxmlformats.org/officeDocument/2006/relationships/tags" Target="../tags/tag355.xml" /><Relationship Id="rId5" Type="http://schemas.openxmlformats.org/officeDocument/2006/relationships/tags" Target="../tags/tag356.xml" /><Relationship Id="rId6" Type="http://schemas.openxmlformats.org/officeDocument/2006/relationships/tags" Target="../tags/tag357.xml" /><Relationship Id="rId7" Type="http://schemas.openxmlformats.org/officeDocument/2006/relationships/tags" Target="../tags/tag358.xml" /><Relationship Id="rId8" Type="http://schemas.openxmlformats.org/officeDocument/2006/relationships/tags" Target="../tags/tag359.xml" /><Relationship Id="rId9" Type="http://schemas.openxmlformats.org/officeDocument/2006/relationships/tags" Target="../tags/tag360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374.xml" /><Relationship Id="rId11" Type="http://schemas.openxmlformats.org/officeDocument/2006/relationships/tags" Target="../tags/tag375.xml" /><Relationship Id="rId2" Type="http://schemas.openxmlformats.org/officeDocument/2006/relationships/notesSlide" Target="../notesSlides/notesSlide17.xml" /><Relationship Id="rId3" Type="http://schemas.openxmlformats.org/officeDocument/2006/relationships/tags" Target="../tags/tag367.xml" /><Relationship Id="rId4" Type="http://schemas.openxmlformats.org/officeDocument/2006/relationships/tags" Target="../tags/tag368.xml" /><Relationship Id="rId5" Type="http://schemas.openxmlformats.org/officeDocument/2006/relationships/tags" Target="../tags/tag369.xml" /><Relationship Id="rId6" Type="http://schemas.openxmlformats.org/officeDocument/2006/relationships/tags" Target="../tags/tag370.xml" /><Relationship Id="rId7" Type="http://schemas.openxmlformats.org/officeDocument/2006/relationships/tags" Target="../tags/tag371.xml" /><Relationship Id="rId8" Type="http://schemas.openxmlformats.org/officeDocument/2006/relationships/tags" Target="../tags/tag372.xml" /><Relationship Id="rId9" Type="http://schemas.openxmlformats.org/officeDocument/2006/relationships/tags" Target="../tags/tag37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3" name="图片 12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57" y="0"/>
            <a:ext cx="11046443" cy="6858000"/>
          </a:xfrm>
          <a:prstGeom prst="rect">
            <a:avLst/>
          </a:prstGeom>
        </p:spPr>
      </p:pic>
      <p:sp>
        <p:nvSpPr>
          <p:cNvPr id="15" name="矩形 14" title=""/>
          <p:cNvSpPr/>
          <p:nvPr>
            <p:custDataLst>
              <p:tags r:id="rId5"/>
            </p:custDataLst>
          </p:nvPr>
        </p:nvSpPr>
        <p:spPr>
          <a:xfrm>
            <a:off x="377371" y="359228"/>
            <a:ext cx="11437258" cy="6139543"/>
          </a:xfrm>
          <a:prstGeom prst="rect">
            <a:avLst/>
          </a:prstGeom>
          <a:noFill/>
          <a:ln w="28575">
            <a:solidFill>
              <a:srgbClr val="FCD3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title="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22"/>
          <a:stretch>
            <a:fillRect/>
          </a:stretch>
        </p:blipFill>
        <p:spPr>
          <a:xfrm flipH="1">
            <a:off x="0" y="-1"/>
            <a:ext cx="4898809" cy="4963671"/>
          </a:xfrm>
          <a:prstGeom prst="rect">
            <a:avLst/>
          </a:prstGeom>
        </p:spPr>
      </p:pic>
      <p:sp>
        <p:nvSpPr>
          <p:cNvPr id="16" name="文本框 15" title=""/>
          <p:cNvSpPr txBox="1"/>
          <p:nvPr>
            <p:custDataLst>
              <p:tags r:id="rId8"/>
            </p:custDataLst>
          </p:nvPr>
        </p:nvSpPr>
        <p:spPr>
          <a:xfrm>
            <a:off x="1244600" y="2230120"/>
            <a:ext cx="4862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>
                <a:solidFill>
                  <a:srgbClr val="E67506"/>
                </a:solidFill>
                <a:latin typeface="汉仪行楷简" panose="02010600000101010101" charset="-122"/>
                <a:ea typeface="汉仪行楷简" panose="02010600000101010101" charset="-122"/>
              </a:rPr>
              <a:t>秋天的怀念</a:t>
            </a:r>
            <a:endParaRPr lang="zh-CN" altLang="en-US" sz="7200" b="1">
              <a:solidFill>
                <a:srgbClr val="E67506"/>
              </a:solidFill>
              <a:latin typeface="汉仪行楷简" panose="02010600000101010101" charset="-122"/>
              <a:ea typeface="汉仪行楷简" panose="02010600000101010101" charset="-122"/>
            </a:endParaRPr>
          </a:p>
        </p:txBody>
      </p:sp>
      <p:cxnSp>
        <p:nvCxnSpPr>
          <p:cNvPr id="19" name="直接连接符 18" title=""/>
          <p:cNvCxnSpPr/>
          <p:nvPr>
            <p:custDataLst>
              <p:tags r:id="rId9"/>
            </p:custDataLst>
          </p:nvPr>
        </p:nvCxnSpPr>
        <p:spPr>
          <a:xfrm>
            <a:off x="1330572" y="3735838"/>
            <a:ext cx="626697" cy="0"/>
          </a:xfrm>
          <a:prstGeom prst="line">
            <a:avLst/>
          </a:prstGeom>
          <a:ln w="12700">
            <a:solidFill>
              <a:srgbClr val="E675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 title=""/>
          <p:cNvSpPr txBox="1"/>
          <p:nvPr>
            <p:custDataLst>
              <p:tags r:id="rId10"/>
            </p:custDataLst>
          </p:nvPr>
        </p:nvSpPr>
        <p:spPr>
          <a:xfrm>
            <a:off x="5034280" y="3553460"/>
            <a:ext cx="1661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lang="zh-CN" altLang="en-US" sz="2400" b="1" spc="3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史铁生 </a:t>
            </a:r>
            <a:endParaRPr lang="zh-CN" altLang="en-US" sz="2400" b="1" spc="3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title="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6308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5" name="文本框 4" title=""/>
          <p:cNvSpPr txBox="1"/>
          <p:nvPr>
            <p:custDataLst>
              <p:tags r:id="rId3"/>
            </p:custDataLst>
          </p:nvPr>
        </p:nvSpPr>
        <p:spPr>
          <a:xfrm>
            <a:off x="2639616" y="808836"/>
            <a:ext cx="9025003" cy="1568450"/>
          </a:xfrm>
          <a:prstGeom prst="rect">
            <a:avLst/>
          </a:prstGeom>
          <a:noFill/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    他</a:t>
            </a:r>
            <a:r>
              <a: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是一个生命的奇迹，在漫长的轮椅生涯里至强至尊，一座文学的高峰</a:t>
            </a:r>
            <a:r>
              <a:rPr lang="en-US" altLang="zh-CN" sz="3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……</a:t>
            </a:r>
            <a:r>
              <a: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在艰难和痛苦中却打心眼里宽厚地微笑。</a:t>
            </a:r>
            <a:r>
              <a:rPr lang="en-US" altLang="zh-CN" sz="3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韩少功</a:t>
            </a:r>
            <a:endParaRPr lang="zh-CN" altLang="en-US" sz="3200">
              <a:solidFill>
                <a:schemeClr val="tx1">
                  <a:lumMod val="95000"/>
                  <a:lumOff val="5000"/>
                </a:schemeClr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文本框 4" title=""/>
          <p:cNvSpPr txBox="1"/>
          <p:nvPr>
            <p:custDataLst>
              <p:tags r:id="rId4"/>
            </p:custDataLst>
          </p:nvPr>
        </p:nvSpPr>
        <p:spPr>
          <a:xfrm>
            <a:off x="2628040" y="2580937"/>
            <a:ext cx="9025003" cy="1076325"/>
          </a:xfrm>
          <a:prstGeom prst="rect">
            <a:avLst/>
          </a:prstGeom>
          <a:noFill/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    我</a:t>
            </a:r>
            <a:r>
              <a: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对他满怀敬仰之情，因为他不但是一个杰出的作家，更是一个伟大的人</a:t>
            </a:r>
            <a:r>
              <a:rPr lang="zh-CN" altLang="en-US" sz="3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。</a:t>
            </a:r>
            <a:r>
              <a:rPr lang="en-US" altLang="zh-CN" sz="3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莫言 </a:t>
            </a:r>
            <a:endParaRPr lang="zh-CN" altLang="en-US" sz="3200">
              <a:solidFill>
                <a:schemeClr val="tx1">
                  <a:lumMod val="95000"/>
                  <a:lumOff val="5000"/>
                </a:schemeClr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3" name="图片 2" title="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0" t="11181" r="5393" b="7633"/>
          <a:stretch>
            <a:fillRect/>
          </a:stretch>
        </p:blipFill>
        <p:spPr>
          <a:xfrm flipH="1">
            <a:off x="484505" y="2005330"/>
            <a:ext cx="2023110" cy="26885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D3841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文本框 4" title=""/>
          <p:cNvSpPr txBox="1"/>
          <p:nvPr>
            <p:custDataLst>
              <p:tags r:id="rId7"/>
            </p:custDataLst>
          </p:nvPr>
        </p:nvSpPr>
        <p:spPr>
          <a:xfrm>
            <a:off x="87" y="4694032"/>
            <a:ext cx="2976331" cy="912495"/>
          </a:xfrm>
          <a:prstGeom prst="rect">
            <a:avLst/>
          </a:prstGeom>
          <a:noFill/>
          <a:ln w="47625" cmpd="tri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5335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史铁生</a:t>
            </a:r>
            <a:endParaRPr lang="zh-CN" altLang="en-US" sz="5335" smtClean="0">
              <a:solidFill>
                <a:schemeClr val="tx1">
                  <a:lumMod val="95000"/>
                  <a:lumOff val="5000"/>
                </a:schemeClr>
              </a:solidFill>
              <a:effectLst/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" name="文本框 4" title=""/>
          <p:cNvSpPr txBox="1"/>
          <p:nvPr>
            <p:custDataLst>
              <p:tags r:id="rId8"/>
            </p:custDataLst>
          </p:nvPr>
        </p:nvSpPr>
        <p:spPr>
          <a:xfrm>
            <a:off x="2639695" y="3783965"/>
            <a:ext cx="9025255" cy="2102485"/>
          </a:xfrm>
          <a:prstGeom prst="rect">
            <a:avLst/>
          </a:prstGeom>
          <a:noFill/>
          <a:ln>
            <a:solidFill>
              <a:srgbClr val="D38411"/>
            </a:solidFill>
          </a:ln>
        </p:spPr>
        <p:txBody>
          <a:bodyPr wrap="square" rtlCol="0">
            <a:noAutofit/>
          </a:bodyPr>
          <a:lstStyle/>
          <a:p>
            <a:r>
              <a:rPr lang="zh-CN" altLang="en-US" sz="3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    秋天常常能引发人们的无限情思。当代著名作家史铁生就在秋天里，写下了一段刻骨铭心的怀念。今天，让我们一起走进他的散文《秋天的怀念》，去感受这份深沉的情感。</a:t>
            </a:r>
            <a:endParaRPr lang="zh-CN" altLang="en-US" sz="3200">
              <a:solidFill>
                <a:schemeClr val="tx1">
                  <a:lumMod val="95000"/>
                  <a:lumOff val="5000"/>
                </a:schemeClr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lang="zh-CN" altLang="en-US" sz="3200">
              <a:solidFill>
                <a:schemeClr val="tx1">
                  <a:lumMod val="95000"/>
                  <a:lumOff val="5000"/>
                </a:schemeClr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2" name="矩形: 圆角 1" title=""/>
          <p:cNvSpPr/>
          <p:nvPr>
            <p:custDataLst>
              <p:tags r:id="rId4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smiling-tooth-with-hands_33918" title="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" name="文本框 13" title=""/>
          <p:cNvSpPr txBox="1"/>
          <p:nvPr>
            <p:custDataLst>
              <p:tags r:id="rId6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字词疏通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>
            <p:custDataLst>
              <p:tags r:id="rId7"/>
            </p:custDataLst>
          </p:nvPr>
        </p:nvSpPr>
        <p:spPr>
          <a:xfrm>
            <a:off x="5543550" y="454025"/>
            <a:ext cx="6275705" cy="748030"/>
          </a:xfrm>
          <a:prstGeom prst="rect">
            <a:avLst/>
          </a:prstGeom>
          <a:solidFill>
            <a:srgbClr val="BF9000"/>
          </a:solidFill>
        </p:spPr>
        <p:txBody>
          <a:bodyPr wrap="square" rtlCol="0">
            <a:spAutoFit/>
          </a:bodyPr>
          <a:lstStyle/>
          <a:p>
            <a:r>
              <a:rPr lang="zh-CN" altLang="en-US" sz="426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</a:t>
            </a:r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（sù）</a:t>
            </a:r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舍</a:t>
            </a:r>
            <a:r>
              <a:rPr lang="en-US" altLang="zh-CN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</a:t>
            </a:r>
            <a:r>
              <a:rPr lang="zh-CN" altLang="en-US" sz="426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</a:t>
            </a:r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xiù</a:t>
            </a:r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426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8"/>
            </p:custDataLst>
          </p:nvPr>
        </p:nvSpPr>
        <p:spPr>
          <a:xfrm>
            <a:off x="749935" y="1296035"/>
            <a:ext cx="10431780" cy="49218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瘫痪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(tān huàn)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身体或其某一部分完全丧失运动能力。</a:t>
            </a:r>
            <a:endParaRPr lang="zh-CN" altLang="en-US" sz="2400" b="1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暴怒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(bào nù)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突然而猛烈地发怒。</a:t>
            </a:r>
            <a:endParaRPr lang="zh-CN" altLang="en-US" sz="2400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沉寂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(chén jì)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十分寂静；一点消息也没有。</a:t>
            </a:r>
            <a:endParaRPr lang="zh-CN" altLang="en-US" sz="2400" b="1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侍弄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(shì nòng)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仔细地经营照管（庄稼、家禽等）。文中指母亲精心照顾花草。</a:t>
            </a:r>
            <a:endParaRPr lang="zh-CN" altLang="en-US" sz="2400" b="1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捶打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(chuí dǎ)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用拳头或器物敲打。</a:t>
            </a:r>
            <a:endParaRPr lang="zh-CN" altLang="en-US" sz="2400" b="1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憔悴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(qiáo cuì)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形容人瘦弱，面色不好看。</a:t>
            </a:r>
            <a:endParaRPr lang="zh-CN" altLang="en-US" sz="2400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央求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(yāng qiú)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恳切地请求。</a:t>
            </a:r>
            <a:endParaRPr lang="zh-CN" altLang="en-US" sz="2400" b="1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诀别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(jué bié)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分别（多指不易再见的离别）。</a:t>
            </a:r>
            <a:endParaRPr lang="zh-CN" altLang="en-US" sz="2400" b="1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烂漫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(làn màn)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颜色鲜明而美丽；坦率自然，毫不做作。文中指菊花灿烂美丽。</a:t>
            </a:r>
            <a:endParaRPr lang="zh-CN" altLang="en-US" sz="2400" b="1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絮絮叨叨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(xù xù dāo dāo)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形容说话啰嗦，来回地说。</a:t>
            </a:r>
            <a:endParaRPr lang="zh-CN" altLang="en-US" sz="2400" b="1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AutoNum type="arabicPeriod"/>
            </a:pP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喜出望外</a:t>
            </a:r>
            <a:r>
              <a:rPr lang="en-US" altLang="zh-CN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(xǐ chū wàng wài)</a:t>
            </a:r>
            <a:r>
              <a:rPr lang="zh-CN" altLang="en-US" sz="2400" b="1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i="0">
                <a:solidFill>
                  <a:srgbClr val="BF9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遇到出乎意料的好事而特别高兴。</a:t>
            </a:r>
            <a:endParaRPr lang="zh-CN" altLang="en-US" sz="2400" i="0">
              <a:solidFill>
                <a:srgbClr val="BF9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9218" name="TextBox 10" title=""/>
          <p:cNvSpPr/>
          <p:nvPr>
            <p:custDataLst>
              <p:tags r:id="rId4"/>
            </p:custDataLst>
          </p:nvPr>
        </p:nvSpPr>
        <p:spPr>
          <a:xfrm>
            <a:off x="743373" y="1500293"/>
            <a:ext cx="10910993" cy="45231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algn="l">
              <a:lnSpc>
                <a:spcPct val="150000"/>
              </a:lnSpc>
            </a:pPr>
            <a:r>
              <a:rPr sz="3200" b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主要特点：</a:t>
            </a:r>
            <a:r>
              <a:rPr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形散神不散（形散神聚）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3200" b="1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3200" b="1" u="sng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形散</a:t>
            </a:r>
            <a:r>
              <a:rPr sz="3200" b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：</a:t>
            </a:r>
            <a:r>
              <a:rPr sz="3200" b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取材广泛，形式自由，写法灵活</a:t>
            </a:r>
            <a:r>
              <a:rPr sz="3200" b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，可以叙事、写人、议论、抒情。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3200" b="1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3200" b="1" u="sng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神不散</a:t>
            </a:r>
            <a:r>
              <a:rPr sz="3200" b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：</a:t>
            </a:r>
            <a:r>
              <a:rPr sz="3200" b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立意明确，主题集中</a:t>
            </a:r>
            <a:r>
              <a:rPr sz="3200" b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zh-CN" sz="32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" name="矩形: 圆角 1" title=""/>
          <p:cNvSpPr/>
          <p:nvPr>
            <p:custDataLst>
              <p:tags r:id="rId5"/>
            </p:custDataLst>
          </p:nvPr>
        </p:nvSpPr>
        <p:spPr>
          <a:xfrm>
            <a:off x="162560" y="284480"/>
            <a:ext cx="4128347" cy="638387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" name="smiling-tooth-with-hands_33918" title="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>
            <p:custDataLst>
              <p:tags r:id="rId7"/>
            </p:custDataLst>
          </p:nvPr>
        </p:nvSpPr>
        <p:spPr>
          <a:xfrm>
            <a:off x="834813" y="325967"/>
            <a:ext cx="3296073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文体知识：散文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8" name="矩形 7" title=""/>
          <p:cNvSpPr/>
          <p:nvPr>
            <p:custDataLst>
              <p:tags r:id="rId4"/>
            </p:custDataLst>
          </p:nvPr>
        </p:nvSpPr>
        <p:spPr>
          <a:xfrm>
            <a:off x="486517" y="296335"/>
            <a:ext cx="11572875" cy="6264275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  <a:effectLst>
            <a:outerShdw blurRad="1143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indent="228600" eaLnBrk="1" hangingPunct="1">
              <a:lnSpc>
                <a:spcPct val="120000"/>
              </a:lnSpc>
              <a:defRPr/>
            </a:pPr>
            <a:endParaRPr lang="zh-CN" altLang="zh-CN" sz="2400" noProof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indent="228600" algn="r" eaLnBrk="1" hangingPunct="1">
              <a:lnSpc>
                <a:spcPct val="120000"/>
              </a:lnSpc>
              <a:defRPr/>
            </a:pPr>
            <a:endParaRPr lang="zh-CN" altLang="en-US" sz="2400" noProof="1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1507" name="图片 31" title="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 bwMode="auto">
          <a:xfrm>
            <a:off x="10015539" y="3860800"/>
            <a:ext cx="1819275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 title=""/>
          <p:cNvCxnSpPr/>
          <p:nvPr>
            <p:custDataLst>
              <p:tags r:id="rId7"/>
            </p:custDataLst>
          </p:nvPr>
        </p:nvCxnSpPr>
        <p:spPr>
          <a:xfrm>
            <a:off x="2279649" y="2997200"/>
            <a:ext cx="285751" cy="998539"/>
          </a:xfrm>
          <a:prstGeom prst="line">
            <a:avLst/>
          </a:prstGeom>
          <a:ln w="12700">
            <a:headEnd type="oval" w="med" len="med"/>
            <a:tailEnd type="oval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 title=""/>
          <p:cNvCxnSpPr/>
          <p:nvPr>
            <p:custDataLst>
              <p:tags r:id="rId8"/>
            </p:custDataLst>
          </p:nvPr>
        </p:nvCxnSpPr>
        <p:spPr>
          <a:xfrm flipV="1">
            <a:off x="2587625" y="3995737"/>
            <a:ext cx="2135188" cy="6351"/>
          </a:xfrm>
          <a:prstGeom prst="line">
            <a:avLst/>
          </a:prstGeom>
          <a:ln w="12700">
            <a:headEnd type="oval" w="med" len="med"/>
            <a:tailEnd type="oval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 title=""/>
          <p:cNvCxnSpPr/>
          <p:nvPr>
            <p:custDataLst>
              <p:tags r:id="rId9"/>
            </p:custDataLst>
          </p:nvPr>
        </p:nvCxnSpPr>
        <p:spPr>
          <a:xfrm flipV="1">
            <a:off x="4722813" y="3502025"/>
            <a:ext cx="868363" cy="501651"/>
          </a:xfrm>
          <a:prstGeom prst="line">
            <a:avLst/>
          </a:prstGeom>
          <a:ln w="12700">
            <a:headEnd type="oval" w="med" len="med"/>
            <a:tailEnd type="oval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 title=""/>
          <p:cNvCxnSpPr/>
          <p:nvPr>
            <p:custDataLst>
              <p:tags r:id="rId10"/>
            </p:custDataLst>
          </p:nvPr>
        </p:nvCxnSpPr>
        <p:spPr>
          <a:xfrm flipV="1">
            <a:off x="6456364" y="2278063"/>
            <a:ext cx="1366837" cy="719137"/>
          </a:xfrm>
          <a:prstGeom prst="line">
            <a:avLst/>
          </a:prstGeom>
          <a:ln w="12700">
            <a:headEnd type="oval" w="med" len="med"/>
            <a:tailEnd type="oval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 title=""/>
          <p:cNvCxnSpPr/>
          <p:nvPr>
            <p:custDataLst>
              <p:tags r:id="rId11"/>
            </p:custDataLst>
          </p:nvPr>
        </p:nvCxnSpPr>
        <p:spPr>
          <a:xfrm flipV="1">
            <a:off x="5597525" y="2997200"/>
            <a:ext cx="858839" cy="504825"/>
          </a:xfrm>
          <a:prstGeom prst="line">
            <a:avLst/>
          </a:prstGeom>
          <a:ln w="12700">
            <a:headEnd type="oval" w="med" len="med"/>
            <a:tailEnd type="oval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 title=""/>
          <p:cNvCxnSpPr/>
          <p:nvPr>
            <p:custDataLst>
              <p:tags r:id="rId12"/>
            </p:custDataLst>
          </p:nvPr>
        </p:nvCxnSpPr>
        <p:spPr>
          <a:xfrm flipV="1">
            <a:off x="7823200" y="1557339"/>
            <a:ext cx="1368425" cy="706437"/>
          </a:xfrm>
          <a:prstGeom prst="line">
            <a:avLst/>
          </a:prstGeom>
          <a:ln w="12700">
            <a:headEnd type="oval" w="med" len="med"/>
            <a:tailEnd type="oval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接连接符 16" title=""/>
          <p:cNvCxnSpPr/>
          <p:nvPr>
            <p:custDataLst>
              <p:tags r:id="rId13"/>
            </p:custDataLst>
          </p:nvPr>
        </p:nvCxnSpPr>
        <p:spPr>
          <a:xfrm>
            <a:off x="1016000" y="2997200"/>
            <a:ext cx="1263651" cy="0"/>
          </a:xfrm>
          <a:prstGeom prst="line">
            <a:avLst/>
          </a:prstGeom>
          <a:ln w="12700">
            <a:headEnd type="oval" w="med" len="med"/>
            <a:tailEnd type="oval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515" name="矩形 23" title="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787525" y="4083049"/>
            <a:ext cx="1490663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/>
          <a:p>
            <a:pPr algn="ctr" eaLnBrk="1" hangingPunct="1"/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21岁（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1972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endParaRPr lang="zh-CN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zh-CN" sz="2400" b="1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双腿瘫痪</a:t>
            </a:r>
            <a:endParaRPr lang="zh-CN" altLang="zh-CN" sz="2400" b="1" u="sng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回到北京</a:t>
            </a:r>
            <a:endParaRPr lang="zh-CN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516" name="矩形 23" title="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446107" y="2263987"/>
            <a:ext cx="195326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pPr algn="ctr" eaLnBrk="1" hangingPunct="1"/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18</a:t>
            </a:r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岁（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1969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endParaRPr lang="zh-CN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延安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下乡插队</a:t>
            </a:r>
            <a:endParaRPr lang="zh-CN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517" name="矩形 23" title="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7593" y="2997200"/>
            <a:ext cx="162306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pPr algn="ctr" eaLnBrk="1" hangingPunct="1"/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16</a:t>
            </a:r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岁</a:t>
            </a:r>
            <a:endParaRPr lang="zh-CN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毕业于清华大学附属中学</a:t>
            </a:r>
            <a:endParaRPr lang="zh-CN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518" name="矩形 29" title="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036855" y="4083051"/>
            <a:ext cx="14020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>
            <a:spAutoFit/>
          </a:bodyPr>
          <a:lstStyle/>
          <a:p>
            <a:pPr algn="ctr" eaLnBrk="1" hangingPunct="1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26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岁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母亲去世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519" name="矩形 4" title="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91175" y="3551239"/>
            <a:ext cx="32308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>
            <a:spAutoFit/>
          </a:bodyPr>
          <a:lstStyle/>
          <a:p>
            <a:pPr eaLnBrk="1" hangingPunct="1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28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岁</a:t>
            </a:r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发表第一篇小说</a:t>
            </a:r>
            <a:endParaRPr lang="zh-CN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eaLnBrk="1" hangingPunct="1"/>
            <a:r>
              <a:rPr lang="zh-CN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《法学教授及其夫人》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520" name="矩形 10" title="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932490" y="2997200"/>
            <a:ext cx="4197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>
            <a:spAutoFit/>
          </a:bodyPr>
          <a:lstStyle/>
          <a:p>
            <a:pPr algn="ctr" eaLnBrk="1" hangingPunct="1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岁写作本文</a:t>
            </a:r>
            <a:r>
              <a:rPr lang="zh-CN" altLang="en-US" sz="2400" b="1" u="sng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《秋天的怀念》</a:t>
            </a:r>
            <a:endParaRPr lang="zh-CN" altLang="en-US" sz="2400" b="1" u="sng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521" name="矩形 18" title="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68613" y="1846264"/>
            <a:ext cx="4735512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pPr algn="r" eaLnBrk="1" hangingPunct="1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岁创作</a:t>
            </a:r>
            <a:r>
              <a:rPr lang="zh-CN" altLang="en-US" sz="2400" b="1" u="sng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《我与地坛》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r" eaLnBrk="1" hangingPunct="1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被誉为中国近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50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年最优秀的散文之一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r" eaLnBrk="1" hangingPunct="1"/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522" name="矩形 13" title="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995815" y="1609725"/>
            <a:ext cx="2801937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/>
          <a:p>
            <a:pPr algn="ctr" eaLnBrk="1" hangingPunct="1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47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岁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被确诊为尿毒症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需隔日透析以维持生命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29" name="直接连接符 28" title=""/>
          <p:cNvCxnSpPr/>
          <p:nvPr>
            <p:custDataLst>
              <p:tags r:id="rId22"/>
            </p:custDataLst>
          </p:nvPr>
        </p:nvCxnSpPr>
        <p:spPr>
          <a:xfrm>
            <a:off x="9191625" y="1557339"/>
            <a:ext cx="1873251" cy="0"/>
          </a:xfrm>
          <a:prstGeom prst="line">
            <a:avLst/>
          </a:prstGeom>
          <a:ln w="12700">
            <a:headEnd type="oval" w="med" len="med"/>
            <a:tailEnd type="oval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524" name="矩形 15" title="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9605964" y="525464"/>
            <a:ext cx="245427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/>
          <a:p>
            <a:pPr algn="ctr" eaLnBrk="1" hangingPunct="1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59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岁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突发脑溢血去世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 eaLnBrk="1" hangingPunct="1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器官捐献给医学研究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526" name="文本框 9" title="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57225" y="5795646"/>
            <a:ext cx="8424863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“我的职业是生病，业余在写作。”</a:t>
            </a:r>
            <a:endParaRPr lang="zh-CN" altLang="en-US" sz="40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微软雅黑" panose="020b0503020204020204" charset="-122"/>
            </a:endParaRPr>
          </a:p>
        </p:txBody>
      </p:sp>
      <p:sp>
        <p:nvSpPr>
          <p:cNvPr id="6" name="矩形: 圆角 1" title=""/>
          <p:cNvSpPr/>
          <p:nvPr>
            <p:custDataLst>
              <p:tags r:id="rId25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smiling-tooth-with-hands_33918" title=""/>
          <p:cNvSpPr>
            <a:spLocks noChangeAspect="1"/>
          </p:cNvSpPr>
          <p:nvPr>
            <p:custDataLst>
              <p:tags r:id="rId26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27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走进作者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circle/>
  </p:transition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4" name="图片 3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4" t="25370" r="1" b="1"/>
          <a:stretch>
            <a:fillRect/>
          </a:stretch>
        </p:blipFill>
        <p:spPr>
          <a:xfrm rot="10800000">
            <a:off x="6452110" y="4201885"/>
            <a:ext cx="5739889" cy="2656115"/>
          </a:xfrm>
          <a:prstGeom prst="rect">
            <a:avLst/>
          </a:prstGeom>
        </p:spPr>
      </p:pic>
      <p:sp>
        <p:nvSpPr>
          <p:cNvPr id="5" name="矩形 4" title=""/>
          <p:cNvSpPr/>
          <p:nvPr>
            <p:custDataLst>
              <p:tags r:id="rId6"/>
            </p:custDataLst>
          </p:nvPr>
        </p:nvSpPr>
        <p:spPr>
          <a:xfrm>
            <a:off x="377371" y="359228"/>
            <a:ext cx="11437258" cy="6139543"/>
          </a:xfrm>
          <a:prstGeom prst="rect">
            <a:avLst/>
          </a:prstGeom>
          <a:noFill/>
          <a:ln w="28575">
            <a:solidFill>
              <a:srgbClr val="FCD3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pic>
        <p:nvPicPr>
          <p:cNvPr id="9" name="图片 8" title="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52" t="44128" r="46427"/>
          <a:stretch>
            <a:fillRect/>
          </a:stretch>
        </p:blipFill>
        <p:spPr>
          <a:xfrm>
            <a:off x="0" y="-1"/>
            <a:ext cx="2146300" cy="1979699"/>
          </a:xfrm>
          <a:prstGeom prst="rect">
            <a:avLst/>
          </a:prstGeom>
        </p:spPr>
      </p:pic>
      <p:pic>
        <p:nvPicPr>
          <p:cNvPr id="39" name="图片 38" title="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03" t="21678" r="-2294" b="18141"/>
          <a:stretch>
            <a:fillRect/>
          </a:stretch>
        </p:blipFill>
        <p:spPr>
          <a:xfrm rot="21016548" flipH="1">
            <a:off x="3030907" y="-359817"/>
            <a:ext cx="4460506" cy="2141931"/>
          </a:xfrm>
          <a:custGeom>
            <a:gdLst>
              <a:gd name="connsiteX0" fmla="*/ 3986112 w 4460506"/>
              <a:gd name="connsiteY0" fmla="*/ 0 h 2141931"/>
              <a:gd name="connsiteX1" fmla="*/ 3994194 w 4460506"/>
              <a:gd name="connsiteY1" fmla="*/ 47166 h 2141931"/>
              <a:gd name="connsiteX2" fmla="*/ 0 w 4460506"/>
              <a:gd name="connsiteY2" fmla="*/ 731642 h 2141931"/>
              <a:gd name="connsiteX3" fmla="*/ 0 w 4460506"/>
              <a:gd name="connsiteY3" fmla="*/ 2141931 h 2141931"/>
              <a:gd name="connsiteX4" fmla="*/ 4460506 w 4460506"/>
              <a:gd name="connsiteY4" fmla="*/ 2141931 h 2141931"/>
              <a:gd name="connsiteX5" fmla="*/ 4460506 w 4460506"/>
              <a:gd name="connsiteY5" fmla="*/ 0 h 214193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0506" h="2141931">
                <a:moveTo>
                  <a:pt x="3986112" y="0"/>
                </a:moveTo>
                <a:lnTo>
                  <a:pt x="3994194" y="47166"/>
                </a:lnTo>
                <a:lnTo>
                  <a:pt x="0" y="731642"/>
                </a:lnTo>
                <a:lnTo>
                  <a:pt x="0" y="2141931"/>
                </a:lnTo>
                <a:lnTo>
                  <a:pt x="4460506" y="2141931"/>
                </a:lnTo>
                <a:lnTo>
                  <a:pt x="4460506" y="0"/>
                </a:lnTo>
                <a:close/>
              </a:path>
            </a:pathLst>
          </a:custGeom>
        </p:spPr>
      </p:pic>
      <p:sp>
        <p:nvSpPr>
          <p:cNvPr id="3076" name="TextBox 4" title=""/>
          <p:cNvSpPr/>
          <p:nvPr>
            <p:custDataLst>
              <p:tags r:id="rId9"/>
            </p:custDataLst>
          </p:nvPr>
        </p:nvSpPr>
        <p:spPr>
          <a:xfrm>
            <a:off x="3544570" y="359410"/>
            <a:ext cx="7083425" cy="535241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algn="ctr">
              <a:lnSpc>
                <a:spcPct val="200000"/>
              </a:lnSpc>
            </a:pPr>
            <a:endParaRPr lang="en-US" altLang="zh-CN" sz="32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1.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用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“——”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画出人物动作。用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“~~~”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画出人物神态。用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“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△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”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标出含有人物情感的词句。</a:t>
            </a:r>
            <a:endParaRPr sz="24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2.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贯穿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全文的线索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是什么？</a:t>
            </a:r>
            <a:endParaRPr sz="24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3.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完成课后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“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思考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·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探究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·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积累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”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第二题</a:t>
            </a:r>
            <a:r>
              <a:rPr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：找出文中令你感动的细节，并思考为什么。</a:t>
            </a:r>
            <a:endParaRPr lang="zh-CN" altLang="zh-CN" sz="24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200000"/>
              </a:lnSpc>
            </a:pPr>
            <a:endParaRPr lang="zh-CN" altLang="zh-CN" sz="2400" b="1" u="sng" ker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6" name="矩形: 圆角 1" title=""/>
          <p:cNvSpPr/>
          <p:nvPr>
            <p:custDataLst>
              <p:tags r:id="rId10"/>
            </p:custDataLst>
          </p:nvPr>
        </p:nvSpPr>
        <p:spPr>
          <a:xfrm>
            <a:off x="621030" y="559435"/>
            <a:ext cx="2694940" cy="638056"/>
          </a:xfrm>
          <a:prstGeom prst="roundRect">
            <a:avLst>
              <a:gd name="adj" fmla="val 50000"/>
            </a:avLst>
          </a:prstGeom>
          <a:solidFill>
            <a:srgbClr val="DEA7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768537" y="68739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12"/>
            </p:custDataLst>
          </p:nvPr>
        </p:nvSpPr>
        <p:spPr>
          <a:xfrm>
            <a:off x="1129692" y="55944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默读任务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13"/>
            </p:custDataLst>
          </p:nvPr>
        </p:nvSpPr>
        <p:spPr>
          <a:xfrm>
            <a:off x="5935178" y="83826"/>
            <a:ext cx="2153623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rgbClr val="FFFFFF"/>
                </a:solidFill>
              </a:rPr>
              <a:t>https://www.ypppt.com/</a:t>
            </a:r>
            <a:endParaRPr lang="en-US" altLang="zh-CN" sz="1200" b="1">
              <a:solidFill>
                <a:srgbClr val="FFFFFF"/>
              </a:solidFill>
            </a:endParaRPr>
          </a:p>
        </p:txBody>
      </p:sp>
      <p:pic>
        <p:nvPicPr>
          <p:cNvPr id="12" name="图片 11" title="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4" t="40680" r="11222" b="-862"/>
          <a:stretch>
            <a:fillRect/>
          </a:stretch>
        </p:blipFill>
        <p:spPr>
          <a:xfrm rot="10800000" flipV="1">
            <a:off x="7531099" y="-2"/>
            <a:ext cx="4660896" cy="2141931"/>
          </a:xfrm>
          <a:prstGeom prst="rect">
            <a:avLst/>
          </a:prstGeom>
        </p:spPr>
      </p:pic>
      <p:pic>
        <p:nvPicPr>
          <p:cNvPr id="34" name="图片 33" title="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03" t="21678" r="-2294" b="18141"/>
          <a:stretch>
            <a:fillRect/>
          </a:stretch>
        </p:blipFill>
        <p:spPr>
          <a:xfrm rot="10800000" flipH="1">
            <a:off x="0" y="4716069"/>
            <a:ext cx="4460506" cy="2141931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242" name="TextBox 2" title=""/>
          <p:cNvSpPr/>
          <p:nvPr>
            <p:custDataLst>
              <p:tags r:id="rId4"/>
            </p:custDataLst>
          </p:nvPr>
        </p:nvSpPr>
        <p:spPr>
          <a:xfrm>
            <a:off x="1209040" y="1090008"/>
            <a:ext cx="9773920" cy="193802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>
              <a:lnSpc>
                <a:spcPct val="200000"/>
              </a:lnSpc>
            </a:pPr>
            <a:r>
              <a:rPr lang="en-US" altLang="zh-CN" sz="32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zh-CN" sz="32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．自由朗读，概括文章的主要内容。</a:t>
            </a:r>
            <a:endParaRPr lang="zh-CN" altLang="zh-CN" sz="32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8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    </a:t>
            </a:r>
            <a:r>
              <a:rPr lang="en-US" altLang="zh-CN" sz="28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</a:t>
            </a:r>
            <a:r>
              <a:rPr lang="zh-CN" altLang="zh-CN" sz="28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提示：人物、事件、情感。</a:t>
            </a:r>
            <a:endParaRPr lang="zh-CN" altLang="zh-CN" sz="2800" b="1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5" name="矩形: 圆角 1" title=""/>
          <p:cNvSpPr/>
          <p:nvPr>
            <p:custDataLst>
              <p:tags r:id="rId5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" name="smiling-tooth-with-hands_33918" title="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7" name="文本框 6" title=""/>
          <p:cNvSpPr txBox="1"/>
          <p:nvPr>
            <p:custDataLst>
              <p:tags r:id="rId7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整体感知</a:t>
            </a:r>
            <a:endParaRPr lang="zh-CN" altLang="en-US" sz="32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8"/>
            </p:custDataLst>
          </p:nvPr>
        </p:nvSpPr>
        <p:spPr>
          <a:xfrm>
            <a:off x="1209040" y="2972647"/>
            <a:ext cx="9858587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文章记叙了身患重病的母亲体贴入微地照顾双腿瘫痪的儿子，并鼓励儿子要</a:t>
            </a:r>
            <a:r>
              <a:rPr lang="en-US" altLang="zh-CN" sz="32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“</a:t>
            </a:r>
            <a:r>
              <a:rPr lang="zh-CN" altLang="en-US" sz="32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好好儿活</a:t>
            </a:r>
            <a:r>
              <a:rPr lang="en-US" altLang="zh-CN" sz="32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”</a:t>
            </a:r>
            <a:r>
              <a:rPr lang="zh-CN" altLang="en-US" sz="32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的几件小事，直至母亲生命的最后一刻。</a:t>
            </a:r>
            <a:endParaRPr lang="zh-CN" altLang="en-US" sz="3200" b="1">
              <a:solidFill>
                <a:srgbClr val="E67506"/>
              </a:solidFill>
              <a:latin typeface="方正楷体_GBK" panose="02000000000000000000" charset="-122"/>
              <a:ea typeface="方正楷体_GBK" panose="02000000000000000000" charset="-122"/>
              <a:cs typeface="方正楷体_GBK" panose="02000000000000000000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242" name="TextBox 2" title=""/>
          <p:cNvSpPr/>
          <p:nvPr>
            <p:custDataLst>
              <p:tags r:id="rId4"/>
            </p:custDataLst>
          </p:nvPr>
        </p:nvSpPr>
        <p:spPr>
          <a:xfrm>
            <a:off x="1144905" y="705198"/>
            <a:ext cx="9773920" cy="10763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>
              <a:lnSpc>
                <a:spcPct val="200000"/>
              </a:lnSpc>
            </a:pPr>
            <a:r>
              <a:rPr lang="en-US" altLang="zh-CN" sz="32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zh-CN" sz="32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．文章</a:t>
            </a:r>
            <a:r>
              <a:rPr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是以什么为线索展开叙述的？</a:t>
            </a:r>
            <a:r>
              <a:rPr lang="en-US" altLang="zh-CN" sz="3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</a:t>
            </a:r>
            <a:endParaRPr lang="en-US" altLang="zh-CN" sz="3200" b="1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5" name="矩形: 圆角 1" title=""/>
          <p:cNvSpPr/>
          <p:nvPr>
            <p:custDataLst>
              <p:tags r:id="rId5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" name="smiling-tooth-with-hands_33918" title="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7" name="文本框 6" title=""/>
          <p:cNvSpPr txBox="1"/>
          <p:nvPr>
            <p:custDataLst>
              <p:tags r:id="rId7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整体感知</a:t>
            </a:r>
            <a:endParaRPr lang="zh-CN" altLang="en-US" sz="32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8" name="文本框 17" title=""/>
          <p:cNvSpPr txBox="1"/>
          <p:nvPr>
            <p:custDataLst>
              <p:tags r:id="rId8"/>
            </p:custDataLst>
          </p:nvPr>
        </p:nvSpPr>
        <p:spPr>
          <a:xfrm>
            <a:off x="292947" y="2592493"/>
            <a:ext cx="2894330" cy="74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三次看花：</a:t>
            </a:r>
            <a:endParaRPr lang="zh-CN" altLang="en-US" sz="426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 title=""/>
          <p:cNvSpPr txBox="1"/>
          <p:nvPr>
            <p:custDataLst>
              <p:tags r:id="rId9"/>
            </p:custDataLst>
          </p:nvPr>
        </p:nvSpPr>
        <p:spPr>
          <a:xfrm>
            <a:off x="3246120" y="2592493"/>
            <a:ext cx="1411605" cy="6661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3735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 title=""/>
          <p:cNvSpPr txBox="1"/>
          <p:nvPr>
            <p:custDataLst>
              <p:tags r:id="rId10"/>
            </p:custDataLst>
          </p:nvPr>
        </p:nvSpPr>
        <p:spPr>
          <a:xfrm>
            <a:off x="6232313" y="2592493"/>
            <a:ext cx="1411605" cy="6661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3735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 title=""/>
          <p:cNvSpPr txBox="1"/>
          <p:nvPr>
            <p:custDataLst>
              <p:tags r:id="rId11"/>
            </p:custDataLst>
          </p:nvPr>
        </p:nvSpPr>
        <p:spPr>
          <a:xfrm>
            <a:off x="9286240" y="2557780"/>
            <a:ext cx="1411605" cy="6661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3735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3735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12"/>
            </p:custDataLst>
          </p:nvPr>
        </p:nvSpPr>
        <p:spPr>
          <a:xfrm>
            <a:off x="327660" y="3553460"/>
            <a:ext cx="2907030" cy="74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看花态度：</a:t>
            </a:r>
            <a:endParaRPr lang="zh-CN" altLang="en-US" sz="426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13"/>
            </p:custDataLst>
          </p:nvPr>
        </p:nvSpPr>
        <p:spPr>
          <a:xfrm>
            <a:off x="2857500" y="3553460"/>
            <a:ext cx="2362200" cy="748030"/>
          </a:xfrm>
          <a:prstGeom prst="rect">
            <a:avLst/>
          </a:prstGeom>
          <a:solidFill>
            <a:srgbClr val="FFA897"/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+mn-ea"/>
              </a:rPr>
              <a:t>暴怒无常</a:t>
            </a:r>
            <a:endParaRPr lang="zh-CN" altLang="en-US" sz="4265" b="1">
              <a:latin typeface="楷体" panose="02010609060101010101" charset="-122"/>
              <a:ea typeface="楷体" panose="0201060906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 title=""/>
          <p:cNvSpPr txBox="1"/>
          <p:nvPr>
            <p:custDataLst>
              <p:tags r:id="rId14"/>
            </p:custDataLst>
          </p:nvPr>
        </p:nvSpPr>
        <p:spPr>
          <a:xfrm>
            <a:off x="5832687" y="3553460"/>
            <a:ext cx="2362200" cy="748030"/>
          </a:xfrm>
          <a:prstGeom prst="rect">
            <a:avLst/>
          </a:prstGeom>
          <a:solidFill>
            <a:srgbClr val="FFA897"/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+mn-ea"/>
              </a:rPr>
              <a:t>勉强同意</a:t>
            </a:r>
            <a:endParaRPr lang="zh-CN" altLang="en-US" sz="4265" b="1">
              <a:latin typeface="楷体" panose="02010609060101010101" charset="-122"/>
              <a:ea typeface="楷体" panose="0201060906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15"/>
            </p:custDataLst>
          </p:nvPr>
        </p:nvSpPr>
        <p:spPr>
          <a:xfrm>
            <a:off x="8914553" y="3553460"/>
            <a:ext cx="2362200" cy="748030"/>
          </a:xfrm>
          <a:prstGeom prst="rect">
            <a:avLst/>
          </a:prstGeom>
          <a:solidFill>
            <a:srgbClr val="FFA897"/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+mn-ea"/>
              </a:rPr>
              <a:t>理解怀念</a:t>
            </a:r>
            <a:endParaRPr lang="zh-CN" altLang="en-US" sz="4265" b="1">
              <a:latin typeface="楷体" panose="02010609060101010101" charset="-122"/>
              <a:ea typeface="楷体" panose="0201060906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 title=""/>
          <p:cNvSpPr txBox="1"/>
          <p:nvPr>
            <p:custDataLst>
              <p:tags r:id="rId16"/>
            </p:custDataLst>
          </p:nvPr>
        </p:nvSpPr>
        <p:spPr>
          <a:xfrm>
            <a:off x="292100" y="4737100"/>
            <a:ext cx="2907030" cy="748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生活心态：</a:t>
            </a:r>
            <a:endParaRPr lang="zh-CN" altLang="en-US" sz="426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 title=""/>
          <p:cNvSpPr txBox="1"/>
          <p:nvPr>
            <p:custDataLst>
              <p:tags r:id="rId17"/>
            </p:custDataLst>
          </p:nvPr>
        </p:nvSpPr>
        <p:spPr>
          <a:xfrm>
            <a:off x="2896447" y="4737100"/>
            <a:ext cx="2362200" cy="748030"/>
          </a:xfrm>
          <a:prstGeom prst="rect">
            <a:avLst/>
          </a:prstGeom>
          <a:solidFill>
            <a:srgbClr val="FFFE75"/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+mn-ea"/>
              </a:rPr>
              <a:t>自暴自弃</a:t>
            </a:r>
            <a:endParaRPr lang="zh-CN" altLang="en-US" sz="4265" b="1">
              <a:latin typeface="楷体" panose="02010609060101010101" charset="-122"/>
              <a:ea typeface="楷体" panose="0201060906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 title=""/>
          <p:cNvSpPr txBox="1"/>
          <p:nvPr>
            <p:custDataLst>
              <p:tags r:id="rId18"/>
            </p:custDataLst>
          </p:nvPr>
        </p:nvSpPr>
        <p:spPr>
          <a:xfrm>
            <a:off x="5832687" y="4737100"/>
            <a:ext cx="2362200" cy="748030"/>
          </a:xfrm>
          <a:prstGeom prst="rect">
            <a:avLst/>
          </a:prstGeom>
          <a:solidFill>
            <a:srgbClr val="FFFE75"/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+mn-ea"/>
              </a:rPr>
              <a:t>接受现实</a:t>
            </a:r>
            <a:endParaRPr lang="zh-CN" altLang="en-US" sz="4265" b="1">
              <a:latin typeface="楷体" panose="02010609060101010101" charset="-122"/>
              <a:ea typeface="楷体" panose="0201060906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文本框 18" title=""/>
          <p:cNvSpPr txBox="1"/>
          <p:nvPr>
            <p:custDataLst>
              <p:tags r:id="rId19"/>
            </p:custDataLst>
          </p:nvPr>
        </p:nvSpPr>
        <p:spPr>
          <a:xfrm>
            <a:off x="8914553" y="4737100"/>
            <a:ext cx="2362200" cy="748030"/>
          </a:xfrm>
          <a:prstGeom prst="rect">
            <a:avLst/>
          </a:prstGeom>
          <a:solidFill>
            <a:srgbClr val="FFFE75"/>
          </a:solidFill>
          <a:ln>
            <a:solidFill>
              <a:srgbClr val="FFFE75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4265" b="1"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+mn-ea"/>
              </a:rPr>
              <a:t>积极面对</a:t>
            </a:r>
            <a:endParaRPr lang="zh-CN" altLang="en-US" sz="4265" b="1">
              <a:latin typeface="楷体" panose="02010609060101010101" charset="-122"/>
              <a:ea typeface="楷体" panose="0201060906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20"/>
            </p:custDataLst>
          </p:nvPr>
        </p:nvSpPr>
        <p:spPr>
          <a:xfrm>
            <a:off x="5641340" y="1781810"/>
            <a:ext cx="49599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6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“</a:t>
            </a:r>
            <a:r>
              <a:rPr lang="zh-CN" altLang="en-US" sz="36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我</a:t>
            </a:r>
            <a:r>
              <a:rPr lang="en-US" altLang="zh-CN" sz="36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”</a:t>
            </a:r>
            <a:r>
              <a:rPr lang="zh-CN" altLang="en-US" sz="3600" b="1">
                <a:solidFill>
                  <a:srgbClr val="E67506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ea"/>
              </a:rPr>
              <a:t>的三次看花</a:t>
            </a:r>
            <a:endParaRPr lang="zh-CN" altLang="en-US" sz="3600" b="1">
              <a:solidFill>
                <a:srgbClr val="E67506"/>
              </a:solidFill>
              <a:latin typeface="方正楷体_GBK" panose="02000000000000000000" charset="-122"/>
              <a:ea typeface="方正楷体_GBK" panose="02000000000000000000" charset="-122"/>
              <a:cs typeface="方正楷体_GBK" panose="02000000000000000000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/>
      <p:bldP spid="16" grpId="0"/>
      <p:bldP spid="17" grpId="0"/>
      <p:bldP spid="10" grpId="0"/>
      <p:bldP spid="4" grpId="0" animBg="1"/>
      <p:bldP spid="9" grpId="0" animBg="1"/>
      <p:bldP spid="11" grpId="0" animBg="1"/>
      <p:bldP spid="12" grpId="0"/>
      <p:bldP spid="13" grpId="0" animBg="1"/>
      <p:bldP spid="14" grpId="0" animBg="1"/>
      <p:bldP spid="19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7171" name="TextBox 3" title=""/>
          <p:cNvSpPr/>
          <p:nvPr>
            <p:custDataLst>
              <p:tags r:id="rId4"/>
            </p:custDataLst>
          </p:nvPr>
        </p:nvSpPr>
        <p:spPr>
          <a:xfrm>
            <a:off x="333375" y="922443"/>
            <a:ext cx="11653520" cy="56311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>
              <a:lnSpc>
                <a:spcPct val="100000"/>
              </a:lnSpc>
            </a:pP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    </a:t>
            </a:r>
            <a:r>
              <a:rPr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史铁生来到陕北才18岁，在贫瘠的村庄生活里，史铁生的多才多艺还是体现得十分明了。他带去一箱书籍，会针灸，知道一些中医知识，爱吹口琴。</a:t>
            </a: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    </a:t>
            </a:r>
            <a:endParaRPr lang="en-US" altLang="zh-CN" sz="24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    </a:t>
            </a:r>
            <a:r>
              <a:rPr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史铁生那时候的主要工作是喂牲口，副业是给村里当画匠，画家具。他本身有</a:t>
            </a:r>
            <a:r>
              <a:rPr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先天性的腰椎裂柱病</a:t>
            </a:r>
            <a:r>
              <a:rPr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，村里人给他安排了相对轻松的农活。在艰辛的环境中，史铁生做事始终敬业和细致。“让铁生喂牛，既是照顾他身体不好，同时也相信知青不偷牛的饲料。耕作时牛要加料，要把黑豆泡软，撒在草料里，是非常细的活。牛棚四面通风，半夜三更加草是很受罪的，有的老乡偷懒，而铁生从来不会。他们队里的牛养得好，其他队的牛不如它。”谁也不曾想到，他在拦牛时遭遇了一场瓢泼大雨。</a:t>
            </a:r>
            <a:r>
              <a:rPr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大雨浇透了他，让他发烧感冒，引起腰椎裂柱病发作，才酿成后来终日以轮椅为伴的大患。</a:t>
            </a:r>
            <a:endParaRPr altLang="zh-CN" sz="24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accent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    </a:t>
            </a:r>
            <a:r>
              <a:rPr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得知史铁生病情后，母亲来到关家庄，来回协调，设法把铁生接回北京治病。史铁生以后在自己作品选的封底淡淡地写了这么几句话，算是对“清平湾”生活的一个悲情总结：“插队期间努力劳动，种了一年地，喂了二年牛，衣既不丰食且难足，与农民过一样的日子，才见了一个全面的中国。三年后小疾衍成大患，双腿瘫痪，遂转回北京。”</a:t>
            </a:r>
            <a:endParaRPr altLang="zh-CN" sz="24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algn="r">
              <a:lnSpc>
                <a:spcPct val="100000"/>
              </a:lnSpc>
            </a:pPr>
            <a:r>
              <a:rPr altLang="zh-CN" sz="2400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（陈隽情《人才入延川，“山花”烂漫遍全国》）</a:t>
            </a:r>
            <a:endParaRPr altLang="zh-CN" sz="2400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</p:txBody>
      </p:sp>
      <p:sp>
        <p:nvSpPr>
          <p:cNvPr id="6" name="矩形: 圆角 1" title=""/>
          <p:cNvSpPr/>
          <p:nvPr>
            <p:custDataLst>
              <p:tags r:id="rId5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69664" y="447789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7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背景拓展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" name="Picture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 flipH="1">
            <a:off x="10312400" y="113919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1508" name="TextBox 3" title="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37235" y="1153160"/>
            <a:ext cx="112731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zh-CN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．第一次看花中，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文中双腿瘫痪后的“我”和母亲是如何表现的？</a:t>
            </a:r>
            <a:endParaRPr lang="zh-CN" altLang="en-US" sz="2800" b="1" kern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21509" name="表格 107526" title="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23240" y="1886373"/>
          <a:ext cx="11107420" cy="3985895"/>
        </p:xfrm>
        <a:graphic>
          <a:graphicData uri="http://schemas.openxmlformats.org/drawingml/2006/table">
            <a:tbl>
              <a:tblPr/>
              <a:tblGrid>
                <a:gridCol w="1587500"/>
                <a:gridCol w="4445635"/>
                <a:gridCol w="5074285"/>
              </a:tblGrid>
              <a:tr h="942340"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动作</a:t>
                      </a:r>
                      <a:endParaRPr kumimoji="0" lang="zh-CN" altLang="en-US" sz="2135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1060"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副词</a:t>
                      </a:r>
                      <a:r>
                        <a:rPr kumimoji="0" lang="en-US" altLang="zh-CN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kumimoji="0" lang="zh-CN" altLang="en-US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状态</a:t>
                      </a:r>
                      <a:endParaRPr kumimoji="0" lang="zh-CN" altLang="en-US" sz="2135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4110"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语言</a:t>
                      </a:r>
                      <a:endParaRPr kumimoji="0" lang="zh-CN" altLang="en-US" sz="2135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8385"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特点</a:t>
                      </a:r>
                      <a:endParaRPr kumimoji="0" lang="zh-CN" altLang="en-US" sz="2135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矩形: 圆角 1" title=""/>
          <p:cNvSpPr/>
          <p:nvPr>
            <p:custDataLst>
              <p:tags r:id="rId6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8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9"/>
            </p:custDataLst>
          </p:nvPr>
        </p:nvSpPr>
        <p:spPr>
          <a:xfrm>
            <a:off x="2109470" y="1998345"/>
            <a:ext cx="41840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zh-CN" altLang="en-US" sz="24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猛地把面前的玻璃砸碎</a:t>
            </a:r>
            <a:r>
              <a:rPr lang="en-US" altLang="zh-CN" sz="24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”</a:t>
            </a:r>
            <a:endParaRPr lang="en-US" altLang="zh-CN" sz="2400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en-US" altLang="zh-CN" sz="24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zh-CN" altLang="en-US" sz="24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狠命地捶打这两条可恨的腿</a:t>
            </a:r>
            <a:r>
              <a:rPr lang="en-US" altLang="zh-CN" sz="24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”</a:t>
            </a:r>
            <a:endParaRPr lang="en-US" altLang="zh-CN" sz="2400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10"/>
            </p:custDataLst>
          </p:nvPr>
        </p:nvSpPr>
        <p:spPr>
          <a:xfrm>
            <a:off x="2548467" y="2965873"/>
            <a:ext cx="3434927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突然、猛地、狠命地</a:t>
            </a:r>
            <a:endParaRPr lang="zh-CN" altLang="en-US" sz="2665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11"/>
            </p:custDataLst>
          </p:nvPr>
        </p:nvSpPr>
        <p:spPr>
          <a:xfrm>
            <a:off x="2628900" y="3759835"/>
            <a:ext cx="3733165" cy="911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zh-CN" altLang="en-US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不，我不去！</a:t>
            </a:r>
            <a:r>
              <a:rPr lang="en-US" altLang="zh-CN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”</a:t>
            </a:r>
            <a:endParaRPr lang="zh-CN" altLang="en-US" sz="2665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en-US" altLang="zh-CN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zh-CN" altLang="en-US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我可活什么劲儿！</a:t>
            </a:r>
            <a:r>
              <a:rPr lang="en-US" altLang="zh-CN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”</a:t>
            </a:r>
            <a:endParaRPr lang="en-US" altLang="zh-CN" sz="2665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12"/>
            </p:custDataLst>
          </p:nvPr>
        </p:nvSpPr>
        <p:spPr>
          <a:xfrm>
            <a:off x="6692900" y="3842173"/>
            <a:ext cx="4994487" cy="74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b="1">
                <a:ln>
                  <a:noFill/>
                </a:ln>
                <a:solidFill>
                  <a:srgbClr val="E67506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听说北海的花都开了，我推着你去走走。</a:t>
            </a:r>
            <a:endParaRPr lang="zh-CN" altLang="en-US" sz="2135" b="1">
              <a:ln>
                <a:noFill/>
              </a:ln>
              <a:solidFill>
                <a:srgbClr val="E67506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r>
              <a:rPr lang="zh-CN" altLang="en-US" sz="2135" b="1">
                <a:ln>
                  <a:noFill/>
                </a:ln>
                <a:solidFill>
                  <a:srgbClr val="E67506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好好儿活</a:t>
            </a:r>
            <a:r>
              <a:rPr lang="en-US" altLang="zh-CN" sz="2135" b="1">
                <a:ln>
                  <a:noFill/>
                </a:ln>
                <a:solidFill>
                  <a:srgbClr val="E67506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……</a:t>
            </a:r>
            <a:endParaRPr lang="en-US" altLang="zh-CN" sz="2135" b="1">
              <a:ln>
                <a:noFill/>
              </a:ln>
              <a:solidFill>
                <a:srgbClr val="E67506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13"/>
            </p:custDataLst>
          </p:nvPr>
        </p:nvSpPr>
        <p:spPr>
          <a:xfrm>
            <a:off x="6863080" y="1926167"/>
            <a:ext cx="405553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躲出去、听我的动静、扑过来抓住、忍住哭声</a:t>
            </a:r>
            <a:endParaRPr lang="zh-CN" altLang="en-US" sz="2400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14"/>
            </p:custDataLst>
          </p:nvPr>
        </p:nvSpPr>
        <p:spPr>
          <a:xfrm>
            <a:off x="7162800" y="3006513"/>
            <a:ext cx="40555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n>
                  <a:noFill/>
                </a:ln>
                <a:solidFill>
                  <a:srgbClr val="E67506"/>
                </a:solidFill>
                <a:effectLst/>
                <a:latin typeface="楷体" panose="02010609060101010101" charset="-122"/>
                <a:ea typeface="楷体" panose="02010609060101010101" charset="-122"/>
                <a:cs typeface="+mn-ea"/>
                <a:sym typeface="+mn-lt"/>
              </a:rPr>
              <a:t>悄悄地、偷偷地</a:t>
            </a:r>
            <a:endParaRPr lang="zh-CN" altLang="en-US" sz="2400" b="1">
              <a:ln>
                <a:noFill/>
              </a:ln>
              <a:solidFill>
                <a:srgbClr val="E67506"/>
              </a:solidFill>
              <a:effectLst/>
              <a:latin typeface="楷体" panose="02010609060101010101" charset="-122"/>
              <a:ea typeface="楷体" panose="02010609060101010101" charset="-122"/>
              <a:cs typeface="+mn-ea"/>
              <a:sym typeface="+mn-lt"/>
            </a:endParaRPr>
          </a:p>
        </p:txBody>
      </p:sp>
      <p:sp>
        <p:nvSpPr>
          <p:cNvPr id="12" name="文本框 11" title=""/>
          <p:cNvSpPr txBox="1"/>
          <p:nvPr>
            <p:custDataLst>
              <p:tags r:id="rId15"/>
            </p:custDataLst>
          </p:nvPr>
        </p:nvSpPr>
        <p:spPr>
          <a:xfrm>
            <a:off x="2548467" y="5080000"/>
            <a:ext cx="2895600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暴怒无常、脆弱</a:t>
            </a:r>
            <a:endParaRPr lang="zh-CN" altLang="en-US" sz="2665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文本框 12" title=""/>
          <p:cNvSpPr txBox="1"/>
          <p:nvPr>
            <p:custDataLst>
              <p:tags r:id="rId16"/>
            </p:custDataLst>
          </p:nvPr>
        </p:nvSpPr>
        <p:spPr>
          <a:xfrm>
            <a:off x="7251700" y="5080000"/>
            <a:ext cx="3758353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5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体贴、细心、隐忍</a:t>
            </a:r>
            <a:endParaRPr lang="zh-CN" altLang="en-US" sz="2665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>
            <p:custDataLst>
              <p:tags r:id="rId17"/>
            </p:custDataLst>
          </p:nvPr>
        </p:nvSpPr>
        <p:spPr>
          <a:xfrm>
            <a:off x="5683673" y="404918"/>
            <a:ext cx="5712460" cy="748030"/>
          </a:xfrm>
          <a:prstGeom prst="rect">
            <a:avLst/>
          </a:prstGeom>
          <a:solidFill>
            <a:srgbClr val="E67506"/>
          </a:solidFill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4265" b="1">
                <a:solidFill>
                  <a:schemeClr val="bg1"/>
                </a:solidFill>
                <a:ea typeface="宋体" panose="02010600030101010101" pitchFamily="2" charset="-122"/>
              </a:rPr>
              <a:t>体现了深沉隐忍的母爱</a:t>
            </a:r>
            <a:endParaRPr lang="zh-CN" altLang="en-US" sz="4265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 fill="hold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/>
      <p:bldP spid="11" grpId="0"/>
      <p:bldP spid="5" grpId="0"/>
      <p:bldP spid="12" grpId="0"/>
      <p:bldP spid="13" grpId="0"/>
      <p:bldP spid="10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7411" name="文本框 3" title="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76985" y="1264920"/>
            <a:ext cx="946975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400" b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知识贴士：如何塑造</a:t>
            </a:r>
            <a:r>
              <a:rPr lang="zh-CN" altLang="en-US" sz="4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人物形象</a:t>
            </a:r>
            <a:r>
              <a:rPr lang="zh-CN" altLang="en-US" sz="4400" b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？</a:t>
            </a:r>
            <a:endParaRPr lang="zh-CN" altLang="en-US" sz="4400" b="1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4"/>
            </p:custDataLst>
          </p:nvPr>
        </p:nvSpPr>
        <p:spPr>
          <a:xfrm>
            <a:off x="616373" y="2170007"/>
            <a:ext cx="11131127" cy="35420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735" b="1">
                <a:latin typeface="楷体" panose="02010609060101010101" charset="-122"/>
                <a:ea typeface="楷体" panose="02010609060101010101" charset="-122"/>
              </a:rPr>
              <a:t>刻画人物的方法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zh-CN" altLang="en-US" sz="3735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3735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外貌</a:t>
            </a:r>
            <a:r>
              <a:rPr lang="zh-CN" altLang="en-US" sz="3735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描写：描写人物的</a:t>
            </a:r>
            <a:r>
              <a:rPr lang="zh-CN" altLang="en-US" sz="3735" u="sng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体貌特征。</a:t>
            </a:r>
            <a:endParaRPr lang="zh-CN" altLang="en-US" sz="3735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3735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动作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描写：描写人物所作出的</a:t>
            </a:r>
            <a:r>
              <a:rPr lang="zh-CN" altLang="en-US" sz="3735" u="sng">
                <a:latin typeface="楷体" panose="02010609060101010101" charset="-122"/>
                <a:ea typeface="楷体" panose="02010609060101010101" charset="-122"/>
              </a:rPr>
              <a:t>反应和动作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3735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3735" b="1">
                <a:solidFill>
                  <a:schemeClr val="accent6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神态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描写：描写人物</a:t>
            </a:r>
            <a:r>
              <a:rPr lang="zh-CN" altLang="en-US" sz="3735" u="sng">
                <a:latin typeface="楷体" panose="02010609060101010101" charset="-122"/>
                <a:ea typeface="楷体" panose="02010609060101010101" charset="-122"/>
              </a:rPr>
              <a:t>面部表情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3735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3735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语言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描写：描写人物的</a:t>
            </a:r>
            <a:r>
              <a:rPr lang="zh-CN" altLang="en-US" sz="3735" u="sng">
                <a:latin typeface="楷体" panose="02010609060101010101" charset="-122"/>
                <a:ea typeface="楷体" panose="02010609060101010101" charset="-122"/>
              </a:rPr>
              <a:t>独白和对话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3735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3735" b="1">
                <a:solidFill>
                  <a:schemeClr val="accent6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心理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描写：描写人物的</a:t>
            </a:r>
            <a:r>
              <a:rPr lang="zh-CN" altLang="en-US" sz="3735" u="sng">
                <a:latin typeface="楷体" panose="02010609060101010101" charset="-122"/>
                <a:ea typeface="楷体" panose="02010609060101010101" charset="-122"/>
              </a:rPr>
              <a:t>心理</a:t>
            </a:r>
            <a:r>
              <a:rPr lang="zh-CN" altLang="en-US" sz="3735" u="sng">
                <a:latin typeface="楷体" panose="02010609060101010101" charset="-122"/>
                <a:ea typeface="楷体" panose="02010609060101010101" charset="-122"/>
                <a:sym typeface="+mn-ea"/>
              </a:rPr>
              <a:t>活动</a:t>
            </a:r>
            <a:r>
              <a:rPr lang="zh-CN" altLang="en-US" sz="3735" u="sng">
                <a:latin typeface="楷体" panose="02010609060101010101" charset="-122"/>
                <a:ea typeface="楷体" panose="02010609060101010101" charset="-122"/>
              </a:rPr>
              <a:t>、精神面貌</a:t>
            </a:r>
            <a:r>
              <a:rPr lang="zh-CN" altLang="en-US" sz="3735"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3735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矩形: 圆角 1" title=""/>
          <p:cNvSpPr/>
          <p:nvPr>
            <p:custDataLst>
              <p:tags r:id="rId5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7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9" name="圆角矩形 8" title=""/>
          <p:cNvSpPr/>
          <p:nvPr>
            <p:custDataLst>
              <p:tags r:id="rId4"/>
            </p:custDataLst>
          </p:nvPr>
        </p:nvSpPr>
        <p:spPr>
          <a:xfrm>
            <a:off x="469735" y="1054100"/>
            <a:ext cx="11252531" cy="549742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EA75B">
                    <a:alpha val="12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1508" name="TextBox 3" title="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37481" y="1109629"/>
            <a:ext cx="8569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/>
          <a:p>
            <a:r>
              <a:rPr lang="en-US" altLang="zh-CN" sz="24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zh-CN" sz="24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．第二次看花，如何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刻画母亲的形象？刻画了怎样的形象？</a:t>
            </a:r>
            <a:endParaRPr lang="zh-CN" altLang="en-US" sz="2400" b="1" kern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21509" name="表格 107526" title="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523240" y="1886373"/>
          <a:ext cx="10995660" cy="3985895"/>
        </p:xfrm>
        <a:graphic>
          <a:graphicData uri="http://schemas.openxmlformats.org/drawingml/2006/table">
            <a:tbl>
              <a:tblPr/>
              <a:tblGrid>
                <a:gridCol w="1671320"/>
                <a:gridCol w="9324340"/>
              </a:tblGrid>
              <a:tr h="950595"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动作</a:t>
                      </a:r>
                      <a:endParaRPr kumimoji="0" lang="zh-CN" altLang="en-US" sz="2135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4390"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神态</a:t>
                      </a:r>
                      <a:endParaRPr kumimoji="0" lang="zh-CN" sz="2135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43635"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语言</a:t>
                      </a:r>
                      <a:endParaRPr kumimoji="0" lang="zh-CN" altLang="en-US" sz="2135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7275"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135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心理</a:t>
                      </a:r>
                      <a:endParaRPr kumimoji="0" lang="zh-CN" altLang="en-US" sz="2135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>
                      <a:lvl1pPr defTabSz="12192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defTabSz="1219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defTabSz="1219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defTabSz="12192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defTabSz="1219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Tx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219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矩形: 圆角 1" title=""/>
          <p:cNvSpPr/>
          <p:nvPr>
            <p:custDataLst>
              <p:tags r:id="rId7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9"/>
            </p:custDataLst>
          </p:nvPr>
        </p:nvSpPr>
        <p:spPr>
          <a:xfrm>
            <a:off x="835052" y="29655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10"/>
            </p:custDataLst>
          </p:nvPr>
        </p:nvSpPr>
        <p:spPr>
          <a:xfrm>
            <a:off x="2597573" y="2134447"/>
            <a:ext cx="4440767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5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挡</a:t>
            </a:r>
            <a:r>
              <a:rPr lang="zh-CN" altLang="en-US" sz="2665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在窗前、</a:t>
            </a:r>
            <a:r>
              <a:rPr lang="en-US" altLang="zh-CN" sz="2665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……</a:t>
            </a:r>
            <a:endParaRPr lang="en-US" altLang="zh-CN" sz="2665" b="1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11"/>
            </p:custDataLst>
          </p:nvPr>
        </p:nvSpPr>
        <p:spPr>
          <a:xfrm>
            <a:off x="2538307" y="2982807"/>
            <a:ext cx="4968240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5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charset="-122"/>
              </a:rPr>
              <a:t>憔悴</a:t>
            </a:r>
            <a:r>
              <a:rPr lang="zh-CN" altLang="en-US" sz="2665" b="1">
                <a:latin typeface="楷体" panose="02010609060101010101" charset="-122"/>
                <a:ea typeface="楷体" panose="02010609060101010101" charset="-122"/>
                <a:sym typeface="微软雅黑" panose="020b0503020204020204" charset="-122"/>
              </a:rPr>
              <a:t>的脸上现出</a:t>
            </a:r>
            <a:r>
              <a:rPr lang="zh-CN" altLang="en-US" sz="2665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charset="-122"/>
              </a:rPr>
              <a:t>央求</a:t>
            </a:r>
            <a:r>
              <a:rPr lang="zh-CN" altLang="en-US" sz="2665" b="1">
                <a:latin typeface="楷体" panose="02010609060101010101" charset="-122"/>
                <a:ea typeface="楷体" panose="02010609060101010101" charset="-122"/>
                <a:sym typeface="微软雅黑" panose="020b0503020204020204" charset="-122"/>
              </a:rPr>
              <a:t>般的神色</a:t>
            </a:r>
            <a:endParaRPr lang="zh-CN" altLang="en-US" sz="2665" b="1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12"/>
            </p:custDataLst>
          </p:nvPr>
        </p:nvSpPr>
        <p:spPr>
          <a:xfrm>
            <a:off x="2538307" y="3754967"/>
            <a:ext cx="3582247" cy="911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5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我推着你去看看</a:t>
            </a:r>
            <a:r>
              <a:rPr lang="zh-CN" altLang="en-US" sz="2665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吧？</a:t>
            </a:r>
            <a:endParaRPr lang="zh-CN" altLang="en-US" sz="2665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665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你要是愿意，就明天</a:t>
            </a:r>
            <a:r>
              <a:rPr lang="zh-CN" altLang="en-US" sz="2665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？</a:t>
            </a:r>
            <a:endParaRPr lang="zh-CN" altLang="en-US" sz="2665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 title=""/>
          <p:cNvSpPr txBox="1"/>
          <p:nvPr>
            <p:custDataLst>
              <p:tags r:id="rId13"/>
            </p:custDataLst>
          </p:nvPr>
        </p:nvSpPr>
        <p:spPr>
          <a:xfrm>
            <a:off x="2181013" y="5077460"/>
            <a:ext cx="86470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对于“跑”和“踩”一类的字眼儿，她比我还</a:t>
            </a:r>
            <a:r>
              <a:rPr lang="zh-CN" altLang="en-US" sz="2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敏感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。</a:t>
            </a:r>
            <a:endParaRPr lang="zh-CN" altLang="en-US" sz="2400" b="1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微软雅黑" panose="020b0503020204020204" charset="-122"/>
            </a:endParaRPr>
          </a:p>
        </p:txBody>
      </p:sp>
      <p:sp>
        <p:nvSpPr>
          <p:cNvPr id="100" name="文本框 99" title=""/>
          <p:cNvSpPr txBox="1"/>
          <p:nvPr>
            <p:custDataLst>
              <p:tags r:id="rId14"/>
            </p:custDataLst>
          </p:nvPr>
        </p:nvSpPr>
        <p:spPr>
          <a:xfrm>
            <a:off x="2597785" y="5912485"/>
            <a:ext cx="8418195" cy="748030"/>
          </a:xfrm>
          <a:prstGeom prst="rect">
            <a:avLst/>
          </a:prstGeom>
          <a:solidFill>
            <a:srgbClr val="E67506"/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sz="4265" b="1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小心翼翼、深沉坚忍的母爱</a:t>
            </a:r>
            <a:endParaRPr lang="zh-CN" sz="4265" b="1">
              <a:solidFill>
                <a:schemeClr val="bg1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" name="文本框 13" title=""/>
          <p:cNvSpPr txBox="1"/>
          <p:nvPr>
            <p:custDataLst>
              <p:tags r:id="rId15"/>
            </p:custDataLst>
          </p:nvPr>
        </p:nvSpPr>
        <p:spPr>
          <a:xfrm>
            <a:off x="9883987" y="1946487"/>
            <a:ext cx="1132840" cy="66611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735" b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体贴</a:t>
            </a:r>
            <a:endParaRPr lang="zh-CN" altLang="en-US" sz="3735" b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 title=""/>
          <p:cNvSpPr txBox="1"/>
          <p:nvPr>
            <p:custDataLst>
              <p:tags r:id="rId16"/>
            </p:custDataLst>
          </p:nvPr>
        </p:nvSpPr>
        <p:spPr>
          <a:xfrm>
            <a:off x="9306560" y="3281680"/>
            <a:ext cx="1132840" cy="66611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735" b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执着</a:t>
            </a:r>
            <a:endParaRPr lang="zh-CN" altLang="en-US" sz="3735" b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 title=""/>
          <p:cNvSpPr txBox="1"/>
          <p:nvPr>
            <p:custDataLst>
              <p:tags r:id="rId17"/>
            </p:custDataLst>
          </p:nvPr>
        </p:nvSpPr>
        <p:spPr>
          <a:xfrm>
            <a:off x="9268460" y="4934373"/>
            <a:ext cx="2082800" cy="66611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735" b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细心体贴</a:t>
            </a:r>
            <a:endParaRPr lang="zh-CN" altLang="en-US" sz="3735" b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 title=""/>
          <p:cNvSpPr txBox="1"/>
          <p:nvPr>
            <p:custDataLst>
              <p:tags r:id="rId18"/>
            </p:custDataLst>
          </p:nvPr>
        </p:nvSpPr>
        <p:spPr>
          <a:xfrm>
            <a:off x="4851188" y="493607"/>
            <a:ext cx="558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与第一次看花相比，</a:t>
            </a:r>
            <a:r>
              <a:rPr lang="en-US" altLang="zh-CN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</a:t>
            </a:r>
            <a:r>
              <a:rPr lang="en-US" altLang="zh-CN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的变化？</a:t>
            </a:r>
            <a:endParaRPr lang="zh-CN" altLang="en-US" sz="28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 fill="hold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2" grpId="0"/>
      <p:bldP spid="100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9" name="圆角矩形 8" title=""/>
          <p:cNvSpPr/>
          <p:nvPr>
            <p:custDataLst>
              <p:tags r:id="rId4"/>
            </p:custDataLst>
          </p:nvPr>
        </p:nvSpPr>
        <p:spPr>
          <a:xfrm>
            <a:off x="469735" y="1054100"/>
            <a:ext cx="11252531" cy="549742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EA75B">
                    <a:alpha val="12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0482" name="文本框 1" title="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6193" y="2657687"/>
            <a:ext cx="1138682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>
            <a:lvl1pPr marL="457200" indent="-4572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FontTx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1.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母亲喜欢花，可自从我的腿瘫痪后，她侍弄的那些花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都死了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6"/>
            </p:custDataLst>
          </p:nvPr>
        </p:nvSpPr>
        <p:spPr>
          <a:xfrm>
            <a:off x="2433955" y="1054100"/>
            <a:ext cx="9399270" cy="1158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735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插叙</a:t>
            </a:r>
            <a:r>
              <a:rPr lang="zh-CN" altLang="en-US" sz="3735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：</a:t>
            </a:r>
            <a:r>
              <a:rPr lang="zh-CN" altLang="en-US" sz="3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暂停原叙述，插入一小段新的叙述。</a:t>
            </a:r>
            <a:endParaRPr lang="zh-CN" altLang="en-US" sz="3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3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3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zh-CN" altLang="en-US" sz="3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一般起补充说明的作用。</a:t>
            </a:r>
            <a:endParaRPr lang="zh-CN" altLang="en-US" sz="3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0" name="文本框 99" title=""/>
          <p:cNvSpPr txBox="1"/>
          <p:nvPr>
            <p:custDataLst>
              <p:tags r:id="rId7"/>
            </p:custDataLst>
          </p:nvPr>
        </p:nvSpPr>
        <p:spPr>
          <a:xfrm>
            <a:off x="908473" y="3495887"/>
            <a:ext cx="10463107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母亲把生活重心放在了儿子身上，没有心思和精力去养花。</a:t>
            </a:r>
            <a:endParaRPr lang="zh-CN" altLang="en-US" sz="3200" b="1">
              <a:solidFill>
                <a:schemeClr val="accent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8"/>
            </p:custDataLst>
          </p:nvPr>
        </p:nvSpPr>
        <p:spPr>
          <a:xfrm>
            <a:off x="1278467" y="4412827"/>
            <a:ext cx="905933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她常常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肝疼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得整宿整宿翻来覆去地睡不了觉。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9"/>
            </p:custDataLst>
          </p:nvPr>
        </p:nvSpPr>
        <p:spPr>
          <a:xfrm>
            <a:off x="3222413" y="5070687"/>
            <a:ext cx="4327313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身痛</a:t>
            </a:r>
            <a:r>
              <a:rPr lang="en-US" alt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+</a:t>
            </a:r>
            <a:r>
              <a:rPr lang="zh-CN" altLang="en-US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心痛  双倍痛苦</a:t>
            </a:r>
            <a:endParaRPr lang="zh-CN" altLang="en-US" sz="3200" b="1">
              <a:solidFill>
                <a:schemeClr val="accent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10"/>
            </p:custDataLst>
          </p:nvPr>
        </p:nvSpPr>
        <p:spPr>
          <a:xfrm>
            <a:off x="1318260" y="5821680"/>
            <a:ext cx="8848513" cy="6661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735" b="1">
                <a:solidFill>
                  <a:srgbClr val="F28501"/>
                </a:solidFill>
                <a:latin typeface="黑体" panose="02010609060101010101" charset="-122"/>
                <a:ea typeface="黑体" panose="02010609060101010101" charset="-122"/>
              </a:rPr>
              <a:t>结构作用</a:t>
            </a:r>
            <a:r>
              <a:rPr lang="zh-CN" altLang="en-US" sz="3735">
                <a:solidFill>
                  <a:srgbClr val="F28501"/>
                </a:solidFill>
                <a:latin typeface="黑体" panose="02010609060101010101" charset="-122"/>
                <a:ea typeface="黑体" panose="02010609060101010101" charset="-122"/>
              </a:rPr>
              <a:t>：为下文母亲突然去世做铺垫。</a:t>
            </a:r>
            <a:endParaRPr lang="zh-CN" altLang="en-US" sz="3735">
              <a:solidFill>
                <a:srgbClr val="F2850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: 圆角 1" title=""/>
          <p:cNvSpPr/>
          <p:nvPr>
            <p:custDataLst>
              <p:tags r:id="rId11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smiling-tooth-with-hands_33918" title=""/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13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3" grpId="0"/>
      <p:bldP spid="100" grpId="0"/>
      <p:bldP spid="4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1508" name="TextBox 3" title="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37481" y="1109629"/>
            <a:ext cx="85693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/>
          <a:p>
            <a:r>
              <a:rPr lang="en-US" altLang="zh-CN" sz="36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zh-CN" sz="36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．第三次看花</a:t>
            </a:r>
            <a:endParaRPr lang="zh-CN" altLang="zh-CN" sz="3600" b="1" kern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5"/>
            </p:custDataLst>
          </p:nvPr>
        </p:nvSpPr>
        <p:spPr>
          <a:xfrm>
            <a:off x="474133" y="1887220"/>
            <a:ext cx="11297073" cy="12414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/>
            <a:r>
              <a:rPr lang="zh-CN" sz="3735" b="1">
                <a:latin typeface="微软雅黑" panose="020b0503020204020204" charset="-122"/>
                <a:ea typeface="微软雅黑" panose="020b0503020204020204" charset="-122"/>
              </a:rPr>
              <a:t>黄色的花</a:t>
            </a:r>
            <a:r>
              <a:rPr lang="zh-CN" sz="373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淡雅</a:t>
            </a:r>
            <a:r>
              <a:rPr lang="zh-CN" sz="3735" b="1">
                <a:latin typeface="微软雅黑" panose="020b0503020204020204" charset="-122"/>
                <a:ea typeface="微软雅黑" panose="020b0503020204020204" charset="-122"/>
              </a:rPr>
              <a:t>，白色的花</a:t>
            </a:r>
            <a:r>
              <a:rPr lang="zh-CN" sz="373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高洁</a:t>
            </a:r>
            <a:r>
              <a:rPr lang="zh-CN" sz="3735" b="1">
                <a:latin typeface="微软雅黑" panose="020b0503020204020204" charset="-122"/>
                <a:ea typeface="微软雅黑" panose="020b0503020204020204" charset="-122"/>
              </a:rPr>
              <a:t>，紫红色的花</a:t>
            </a:r>
            <a:r>
              <a:rPr lang="zh-CN" sz="373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热烈</a:t>
            </a:r>
            <a:r>
              <a:rPr lang="zh-CN" sz="3735" b="1">
                <a:latin typeface="微软雅黑" panose="020b0503020204020204" charset="-122"/>
                <a:ea typeface="微软雅黑" panose="020b0503020204020204" charset="-122"/>
              </a:rPr>
              <a:t>而</a:t>
            </a:r>
            <a:r>
              <a:rPr lang="zh-CN" sz="373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深沉</a:t>
            </a:r>
            <a:r>
              <a:rPr lang="zh-CN" sz="3735" b="1">
                <a:latin typeface="微软雅黑" panose="020b0503020204020204" charset="-122"/>
                <a:ea typeface="微软雅黑" panose="020b0503020204020204" charset="-122"/>
              </a:rPr>
              <a:t>，泼泼洒洒，秋风中正开得烂漫。</a:t>
            </a:r>
            <a:endParaRPr lang="zh-CN" altLang="en-US" sz="373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6"/>
            </p:custDataLst>
          </p:nvPr>
        </p:nvSpPr>
        <p:spPr>
          <a:xfrm>
            <a:off x="2108200" y="3218180"/>
            <a:ext cx="7974753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菊花的</a:t>
            </a:r>
            <a:r>
              <a:rPr lang="zh-CN" sz="3200" b="1" u="sng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淡雅高洁</a:t>
            </a:r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，是</a:t>
            </a:r>
            <a:r>
              <a:rPr lang="zh-CN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母亲品质</a:t>
            </a:r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的写照；</a:t>
            </a:r>
            <a:endParaRPr lang="zh-CN" sz="3200" b="1">
              <a:solidFill>
                <a:schemeClr val="accent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菊花的</a:t>
            </a:r>
            <a:r>
              <a:rPr lang="zh-CN" sz="3200" b="1" u="sng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热烈深沉</a:t>
            </a:r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，是</a:t>
            </a:r>
            <a:r>
              <a:rPr lang="zh-CN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母爱</a:t>
            </a:r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的写照；</a:t>
            </a:r>
            <a:endParaRPr lang="zh-CN" sz="3200" b="1">
              <a:solidFill>
                <a:schemeClr val="accent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母亲爱花，“我”看菊花是对母亲的</a:t>
            </a:r>
            <a:r>
              <a:rPr lang="zh-CN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怀念</a:t>
            </a:r>
            <a:r>
              <a:rPr lang="zh-CN" sz="3200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3200" b="1">
              <a:solidFill>
                <a:schemeClr val="accent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11" name="图片 10" title="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49020" y="5002953"/>
            <a:ext cx="2606040" cy="1742440"/>
          </a:xfrm>
          <a:prstGeom prst="rect">
            <a:avLst/>
          </a:prstGeom>
        </p:spPr>
      </p:pic>
      <p:pic>
        <p:nvPicPr>
          <p:cNvPr id="13" name="图片 12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598247" y="5002953"/>
            <a:ext cx="2786380" cy="1741593"/>
          </a:xfrm>
          <a:prstGeom prst="rect">
            <a:avLst/>
          </a:prstGeom>
        </p:spPr>
      </p:pic>
      <p:pic>
        <p:nvPicPr>
          <p:cNvPr id="17" name="图片 16" title="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327813" y="5002953"/>
            <a:ext cx="2490047" cy="1743287"/>
          </a:xfrm>
          <a:prstGeom prst="rect">
            <a:avLst/>
          </a:prstGeom>
        </p:spPr>
      </p:pic>
      <p:sp>
        <p:nvSpPr>
          <p:cNvPr id="18" name="文本框 17" title=""/>
          <p:cNvSpPr txBox="1"/>
          <p:nvPr>
            <p:custDataLst>
              <p:tags r:id="rId13"/>
            </p:custDataLst>
          </p:nvPr>
        </p:nvSpPr>
        <p:spPr>
          <a:xfrm>
            <a:off x="4128135" y="1121410"/>
            <a:ext cx="7207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与之前看花相比，</a:t>
            </a:r>
            <a:r>
              <a:rPr lang="en-US" altLang="zh-CN" sz="36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36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</a:t>
            </a:r>
            <a:r>
              <a:rPr lang="en-US" altLang="zh-CN" sz="36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3600" b="1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的变化？</a:t>
            </a:r>
            <a:endParaRPr lang="zh-CN" altLang="en-US" sz="3600" b="1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矩形: 圆角 1" title=""/>
          <p:cNvSpPr/>
          <p:nvPr>
            <p:custDataLst>
              <p:tags r:id="rId14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smiling-tooth-with-hands_33918" title=""/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16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1508" name="TextBox 3" title="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37481" y="1109629"/>
            <a:ext cx="8569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/>
          <a:p>
            <a:r>
              <a:rPr lang="en-US" altLang="zh-CN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r>
              <a:rPr lang="zh-CN" altLang="zh-CN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．回顾全文，</a:t>
            </a:r>
            <a:r>
              <a:rPr 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作者是怀着什么</a:t>
            </a:r>
            <a:r>
              <a:rPr 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心情</a:t>
            </a:r>
            <a:r>
              <a:rPr 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写下这篇文章的？</a:t>
            </a:r>
            <a:endParaRPr lang="zh-CN" altLang="zh-CN" sz="2800" b="1" kern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5"/>
            </p:custDataLst>
          </p:nvPr>
        </p:nvSpPr>
        <p:spPr>
          <a:xfrm>
            <a:off x="2120053" y="1927013"/>
            <a:ext cx="6773333" cy="748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zh-CN" sz="4265" b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可我却</a:t>
            </a:r>
            <a:r>
              <a:rPr lang="zh-CN" sz="4265" b="0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一直</a:t>
            </a:r>
            <a:r>
              <a:rPr lang="zh-CN" sz="4265" b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都不知道</a:t>
            </a:r>
            <a:endParaRPr lang="zh-CN" altLang="en-US" sz="4265" b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6"/>
            </p:custDataLst>
          </p:nvPr>
        </p:nvSpPr>
        <p:spPr>
          <a:xfrm>
            <a:off x="2120053" y="2844800"/>
            <a:ext cx="6773333" cy="748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zh-CN" sz="4265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她出去了，就</a:t>
            </a:r>
            <a:r>
              <a:rPr lang="zh-CN" sz="4265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再也</a:t>
            </a:r>
            <a:r>
              <a:rPr lang="zh-CN" sz="4265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没回来。</a:t>
            </a:r>
            <a:endParaRPr lang="zh-CN" altLang="en-US" sz="4265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7"/>
            </p:custDataLst>
          </p:nvPr>
        </p:nvSpPr>
        <p:spPr>
          <a:xfrm>
            <a:off x="2120053" y="3762587"/>
            <a:ext cx="8024707" cy="748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4265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也</a:t>
            </a:r>
            <a:r>
              <a:rPr lang="zh-CN" sz="4265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绝没</a:t>
            </a:r>
            <a:r>
              <a:rPr lang="zh-CN" sz="4265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想到那</a:t>
            </a:r>
            <a:r>
              <a:rPr lang="zh-CN" sz="4265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竟</a:t>
            </a:r>
            <a:r>
              <a:rPr lang="zh-CN" sz="4265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是永远的诀别</a:t>
            </a:r>
            <a:endParaRPr lang="zh-CN" sz="4265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 title=""/>
          <p:cNvSpPr txBox="1"/>
          <p:nvPr>
            <p:custDataLst>
              <p:tags r:id="rId8"/>
            </p:custDataLst>
          </p:nvPr>
        </p:nvSpPr>
        <p:spPr>
          <a:xfrm>
            <a:off x="3008207" y="5054600"/>
            <a:ext cx="4833620" cy="74803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4265">
                <a:solidFill>
                  <a:srgbClr val="E67506"/>
                </a:solidFill>
                <a:latin typeface="微软雅黑" panose="020b0503020204020204" charset="-122"/>
                <a:ea typeface="微软雅黑" panose="020b0503020204020204" charset="-122"/>
              </a:rPr>
              <a:t>懊悔、自责、怀念</a:t>
            </a:r>
            <a:endParaRPr lang="zh-CN" sz="4265">
              <a:solidFill>
                <a:srgbClr val="E6750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1" title=""/>
          <p:cNvSpPr/>
          <p:nvPr>
            <p:custDataLst>
              <p:tags r:id="rId9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smiling-tooth-with-hands_33918" title="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11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1508" name="TextBox 3" title="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4355" y="1109345"/>
            <a:ext cx="111829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zh-CN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．</a:t>
            </a:r>
            <a:r>
              <a:rPr lang="zh-CN" altLang="en-US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文中哪些</a:t>
            </a:r>
            <a:r>
              <a:rPr lang="zh-CN" altLang="en-US" sz="2800" b="1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细节描写</a:t>
            </a:r>
            <a:r>
              <a:rPr lang="zh-CN" altLang="en-US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最让你感动？为什么？这体现了</a:t>
            </a:r>
            <a:r>
              <a:rPr lang="zh-CN" altLang="en-US" sz="2800" b="1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母亲怎样的品质</a:t>
            </a:r>
            <a:r>
              <a:rPr lang="zh-CN" altLang="en-US" sz="2800" b="1" kern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？</a:t>
            </a:r>
            <a:endParaRPr lang="zh-CN" altLang="en-US" sz="2800" b="1" kern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5"/>
            </p:custDataLst>
          </p:nvPr>
        </p:nvSpPr>
        <p:spPr>
          <a:xfrm>
            <a:off x="1669415" y="2066290"/>
            <a:ext cx="8394065" cy="2553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母亲就悄悄地躲出去</a:t>
            </a:r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……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偷偷地听着我的动静。</a:t>
            </a:r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endParaRPr lang="en-US" altLang="zh-CN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en-US" altLang="zh-CN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母亲扑过来抓住我的手，忍住哭声说：</a:t>
            </a:r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‘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咱娘儿俩在一块儿，好好儿活，好好儿活</a:t>
            </a:r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……’”</a:t>
            </a:r>
            <a:endParaRPr lang="en-US" altLang="zh-CN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en-US" altLang="zh-CN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她憔悴的脸上现出央求般的神色。</a:t>
            </a:r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endParaRPr lang="en-US" altLang="zh-CN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endParaRPr lang="en-US" altLang="zh-CN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她忽然不说了</a:t>
            </a:r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……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比我还敏感。</a:t>
            </a:r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endParaRPr lang="en-US" altLang="zh-CN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2" name="文本框 11" title=""/>
          <p:cNvSpPr txBox="1"/>
          <p:nvPr>
            <p:custDataLst>
              <p:tags r:id="rId6"/>
            </p:custDataLst>
          </p:nvPr>
        </p:nvSpPr>
        <p:spPr>
          <a:xfrm>
            <a:off x="1062990" y="4839970"/>
            <a:ext cx="10166350" cy="1076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3200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通过这些动作、神态、语言描写，塑造了一位</a:t>
            </a:r>
            <a:r>
              <a:rPr lang="zh-CN" altLang="en-US" sz="3200" b="1" u="sng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坚韧、细心、无私、深沉爱着儿子</a:t>
            </a:r>
            <a:r>
              <a:rPr lang="zh-CN" altLang="en-US" sz="3200">
                <a:solidFill>
                  <a:srgbClr val="E67506"/>
                </a:solidFill>
                <a:latin typeface="楷体" panose="02010609060101010101" charset="-122"/>
                <a:ea typeface="楷体" panose="02010609060101010101" charset="-122"/>
              </a:rPr>
              <a:t>的母亲形象。</a:t>
            </a:r>
            <a:endParaRPr lang="zh-CN" altLang="en-US" sz="3200">
              <a:solidFill>
                <a:srgbClr val="E6750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矩形: 圆角 1" title=""/>
          <p:cNvSpPr/>
          <p:nvPr>
            <p:custDataLst>
              <p:tags r:id="rId7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smiling-tooth-with-hands_33918" title="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9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文本探究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3" name="文本框 2" title=""/>
          <p:cNvSpPr txBox="1"/>
          <p:nvPr>
            <p:custDataLst>
              <p:tags r:id="rId3"/>
            </p:custDataLst>
          </p:nvPr>
        </p:nvSpPr>
        <p:spPr>
          <a:xfrm>
            <a:off x="2857500" y="557530"/>
            <a:ext cx="10242127" cy="666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266700" algn="just"/>
            <a:r>
              <a:rPr lang="zh-CN" sz="3735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题目《秋天的怀念》有什么深刻含义？</a:t>
            </a:r>
            <a:endParaRPr lang="zh-CN" sz="3735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4"/>
            </p:custDataLst>
          </p:nvPr>
        </p:nvSpPr>
        <p:spPr>
          <a:xfrm>
            <a:off x="2633980" y="3088640"/>
            <a:ext cx="8966200" cy="32442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fontAlgn="auto"/>
            <a:r>
              <a:rPr lang="zh-CN" altLang="en-US" sz="2800" b="1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秋常隐喻生命的成熟和思想感情的沉淀，作者经过命运打击，在母亲去世后才真正体会到母爱的坚忍伟大，悟出生命的意义。</a:t>
            </a:r>
            <a:endParaRPr lang="zh-CN" altLang="en-US" sz="2800" b="1">
              <a:solidFill>
                <a:srgbClr val="B61E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fontAlgn="auto"/>
            <a:r>
              <a:rPr lang="zh-CN" altLang="en-US" sz="2800" b="1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①秋天是</a:t>
            </a:r>
            <a:r>
              <a:rPr lang="zh-CN" altLang="en-US" sz="2800" b="1" u="sng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菊花盛开</a:t>
            </a:r>
            <a:r>
              <a:rPr lang="zh-CN" altLang="en-US" sz="2800" b="1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的时节，而菊花是母亲</a:t>
            </a:r>
            <a:r>
              <a:rPr lang="zh-CN" altLang="en-US" sz="2800" b="1" u="sng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坚强、隐忍精神</a:t>
            </a:r>
            <a:r>
              <a:rPr lang="zh-CN" altLang="en-US" sz="2800" b="1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的象征，怀念秋天也代表怀念母亲；</a:t>
            </a:r>
            <a:endParaRPr lang="zh-CN" altLang="en-US" sz="2800" b="1">
              <a:solidFill>
                <a:srgbClr val="B61E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fontAlgn="auto"/>
            <a:r>
              <a:rPr lang="zh-CN" altLang="en-US" sz="2800" b="1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②秋天是“我”</a:t>
            </a:r>
            <a:r>
              <a:rPr lang="zh-CN" altLang="en-US" sz="2800" b="1" u="sng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不幸遭遇、暗淡心情</a:t>
            </a:r>
            <a:r>
              <a:rPr lang="zh-CN" altLang="en-US" sz="2800" b="1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的写照，同时，怀念秋天也是“我”</a:t>
            </a:r>
            <a:r>
              <a:rPr lang="zh-CN" altLang="en-US" sz="2800" b="1" u="sng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走出低谷、乐观生活</a:t>
            </a:r>
            <a:r>
              <a:rPr lang="zh-CN" altLang="en-US" sz="2800" b="1">
                <a:solidFill>
                  <a:srgbClr val="B61E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的象征。</a:t>
            </a:r>
            <a:endParaRPr lang="zh-CN" altLang="en-US" sz="2800" b="1">
              <a:solidFill>
                <a:srgbClr val="B61E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 title=""/>
          <p:cNvSpPr txBox="1"/>
          <p:nvPr>
            <p:custDataLst>
              <p:tags r:id="rId5"/>
            </p:custDataLst>
          </p:nvPr>
        </p:nvSpPr>
        <p:spPr>
          <a:xfrm>
            <a:off x="473710" y="1499235"/>
            <a:ext cx="206438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表层含义：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6"/>
            </p:custDataLst>
          </p:nvPr>
        </p:nvSpPr>
        <p:spPr>
          <a:xfrm>
            <a:off x="473710" y="3088640"/>
            <a:ext cx="208724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深层含义：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7"/>
            </p:custDataLst>
          </p:nvPr>
        </p:nvSpPr>
        <p:spPr>
          <a:xfrm>
            <a:off x="2672715" y="1454785"/>
            <a:ext cx="8398510" cy="12077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pPr algn="l"/>
            <a:r>
              <a:rPr lang="zh-CN" altLang="en-US" sz="3735" b="1">
                <a:solidFill>
                  <a:schemeClr val="accent2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文章回忆的是发生在秋天的往事，抒发对母亲的怀念之情。</a:t>
            </a:r>
            <a:endParaRPr lang="zh-CN" altLang="en-US" sz="3735" b="1">
              <a:solidFill>
                <a:schemeClr val="accent2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6" name="矩形: 圆角 1" title=""/>
          <p:cNvSpPr/>
          <p:nvPr>
            <p:custDataLst>
              <p:tags r:id="rId8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10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深入探究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4" name="文本框 3" title=""/>
          <p:cNvSpPr txBox="1"/>
          <p:nvPr>
            <p:custDataLst>
              <p:tags r:id="rId3"/>
            </p:custDataLst>
          </p:nvPr>
        </p:nvSpPr>
        <p:spPr>
          <a:xfrm>
            <a:off x="2113280" y="1499235"/>
            <a:ext cx="8966200" cy="9969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是母亲希望“我”走出封闭，感受</a:t>
            </a:r>
            <a:r>
              <a: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生命美好，鼓起生活勇气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</a:t>
            </a:r>
            <a:r>
              <a: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象征行为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4"/>
            </p:custDataLst>
          </p:nvPr>
        </p:nvSpPr>
        <p:spPr>
          <a:xfrm>
            <a:off x="2857500" y="557530"/>
            <a:ext cx="10242127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266700" algn="just"/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如何理解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我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和妹妹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好好儿活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的具体内涵？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 title=""/>
          <p:cNvSpPr txBox="1"/>
          <p:nvPr>
            <p:custDataLst>
              <p:tags r:id="rId5"/>
            </p:custDataLst>
          </p:nvPr>
        </p:nvSpPr>
        <p:spPr>
          <a:xfrm>
            <a:off x="588645" y="1499235"/>
            <a:ext cx="1253490" cy="583565"/>
          </a:xfrm>
          <a:prstGeom prst="rect">
            <a:avLst/>
          </a:prstGeom>
          <a:solidFill>
            <a:schemeClr val="bg1"/>
          </a:solidFill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看花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6" name="矩形: 圆角 1" title=""/>
          <p:cNvSpPr/>
          <p:nvPr>
            <p:custDataLst>
              <p:tags r:id="rId6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 b="1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 b="1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8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深入探究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9"/>
            </p:custDataLst>
          </p:nvPr>
        </p:nvSpPr>
        <p:spPr>
          <a:xfrm>
            <a:off x="2113915" y="2637155"/>
            <a:ext cx="8965565" cy="1383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在秋风中绚烂开放，象征着</a:t>
            </a:r>
            <a:r>
              <a: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母亲的期望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（无论命运多么艰难，都要活出生命的精彩与坚韧），也象征着“我”对</a:t>
            </a:r>
            <a:r>
              <a: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生命的新认识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（“泼泼洒洒、秋风中正开得烂漫”）。</a:t>
            </a: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10"/>
            </p:custDataLst>
          </p:nvPr>
        </p:nvSpPr>
        <p:spPr>
          <a:xfrm>
            <a:off x="2113915" y="4161790"/>
            <a:ext cx="8965565" cy="1383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不仅是活着，更是要</a:t>
            </a:r>
            <a:r>
              <a: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坚强、乐观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地面对苦难，活出生命的尊严和价值。这是母亲全部的嘱托，也是“我”最终领悟的</a:t>
            </a:r>
            <a:r>
              <a: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生命真谛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2" name="文本框 11" title=""/>
          <p:cNvSpPr txBox="1"/>
          <p:nvPr>
            <p:custDataLst>
              <p:tags r:id="rId11"/>
            </p:custDataLst>
          </p:nvPr>
        </p:nvSpPr>
        <p:spPr>
          <a:xfrm>
            <a:off x="652780" y="2926715"/>
            <a:ext cx="1253490" cy="583565"/>
          </a:xfrm>
          <a:prstGeom prst="rect">
            <a:avLst/>
          </a:prstGeom>
          <a:solidFill>
            <a:schemeClr val="bg1"/>
          </a:solidFill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菊花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3" name="文本框 12" title=""/>
          <p:cNvSpPr txBox="1"/>
          <p:nvPr>
            <p:custDataLst>
              <p:tags r:id="rId12"/>
            </p:custDataLst>
          </p:nvPr>
        </p:nvSpPr>
        <p:spPr>
          <a:xfrm>
            <a:off x="652780" y="4427220"/>
            <a:ext cx="1253490" cy="1076325"/>
          </a:xfrm>
          <a:prstGeom prst="rect">
            <a:avLst/>
          </a:prstGeom>
          <a:solidFill>
            <a:schemeClr val="bg1"/>
          </a:solidFill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好好儿活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2" grpId="0" animBg="1"/>
      <p:bldP spid="2" grpId="0" animBg="1"/>
      <p:bldP spid="13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9" name="圆角矩形 8" title=""/>
          <p:cNvSpPr/>
          <p:nvPr>
            <p:custDataLst>
              <p:tags r:id="rId4"/>
            </p:custDataLst>
          </p:nvPr>
        </p:nvSpPr>
        <p:spPr>
          <a:xfrm>
            <a:off x="469735" y="1049020"/>
            <a:ext cx="11252531" cy="5497425"/>
          </a:xfrm>
          <a:prstGeom prst="roundRect">
            <a:avLst/>
          </a:prstGeom>
          <a:solidFill>
            <a:srgbClr val="DEA75B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7171" name="TextBox 3" title=""/>
          <p:cNvSpPr/>
          <p:nvPr>
            <p:custDataLst>
              <p:tags r:id="rId5"/>
            </p:custDataLst>
          </p:nvPr>
        </p:nvSpPr>
        <p:spPr>
          <a:xfrm>
            <a:off x="896620" y="1049020"/>
            <a:ext cx="10397913" cy="341503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>
              <a:lnSpc>
                <a:spcPct val="150000"/>
              </a:lnSpc>
            </a:pPr>
            <a:r>
              <a:rPr lang="en-US" altLang="zh-CN" sz="2135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《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秋天的怀念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》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是史铁生于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1981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年创作的散文。此文叙述了史铁生对已故母亲的回忆，表现了史铁生对母亲深切的怀念，对母亲无尽的爱，</a:t>
            </a:r>
            <a:r>
              <a:rPr sz="2400" b="1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对母爱的赞美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，以及史铁生对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"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子欲养而亲不待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"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</a:t>
            </a:r>
            <a:r>
              <a:rPr sz="2400" b="1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悔恨之情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和对先年不理解母亲的</a:t>
            </a:r>
            <a:r>
              <a:rPr sz="2400" b="1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懊悔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endParaRPr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</a:t>
            </a:r>
            <a:r>
              <a:rPr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全文语言平淡、文字朴实，并未精心地编织与雕琢，但却句句含情，字字如金</a:t>
            </a:r>
            <a:r>
              <a:rPr sz="2135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endParaRPr lang="zh-CN" altLang="en-US" sz="2135" b="1" kern="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</p:txBody>
      </p:sp>
      <p:sp>
        <p:nvSpPr>
          <p:cNvPr id="6" name="矩形: 圆角 1" title=""/>
          <p:cNvSpPr/>
          <p:nvPr>
            <p:custDataLst>
              <p:tags r:id="rId6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69664" y="447789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8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拓展延伸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" name="图片 1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4"/>
          <a:stretch>
            <a:fillRect/>
          </a:stretch>
        </p:blipFill>
        <p:spPr>
          <a:xfrm>
            <a:off x="8597265" y="4201160"/>
            <a:ext cx="3375025" cy="250444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3" name="文本框 2" title=""/>
          <p:cNvSpPr txBox="1"/>
          <p:nvPr>
            <p:custDataLst>
              <p:tags r:id="rId11"/>
            </p:custDataLst>
          </p:nvPr>
        </p:nvSpPr>
        <p:spPr>
          <a:xfrm>
            <a:off x="810472" y="4667250"/>
            <a:ext cx="7182273" cy="1572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史铁生</a:t>
            </a:r>
            <a:endParaRPr lang="zh-CN" altLang="en-US" sz="2135" b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135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散文集：《我与地坛》《病隙碎笔》《合欢树》</a:t>
            </a:r>
            <a:endParaRPr lang="zh-CN" altLang="en-US" sz="2135" b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135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小说：《我的遥远的清平湾》《命若琴弦》 《务虚笔记》</a:t>
            </a:r>
            <a:endParaRPr lang="zh-CN" altLang="en-US" sz="2135" b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9" name="圆角矩形 8" title=""/>
          <p:cNvSpPr/>
          <p:nvPr>
            <p:custDataLst>
              <p:tags r:id="rId4"/>
            </p:custDataLst>
          </p:nvPr>
        </p:nvSpPr>
        <p:spPr>
          <a:xfrm>
            <a:off x="404965" y="1049020"/>
            <a:ext cx="11252531" cy="5497425"/>
          </a:xfrm>
          <a:prstGeom prst="roundRect">
            <a:avLst/>
          </a:prstGeom>
          <a:solidFill>
            <a:srgbClr val="DEA75B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7171" name="TextBox 3" title=""/>
          <p:cNvSpPr/>
          <p:nvPr>
            <p:custDataLst>
              <p:tags r:id="rId5"/>
            </p:custDataLst>
          </p:nvPr>
        </p:nvSpPr>
        <p:spPr>
          <a:xfrm>
            <a:off x="739140" y="1039707"/>
            <a:ext cx="10397913" cy="274256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>
              <a:lnSpc>
                <a:spcPct val="150000"/>
              </a:lnSpc>
            </a:pPr>
            <a:r>
              <a:rPr lang="en-US" altLang="zh-CN" sz="2135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</a:t>
            </a:r>
            <a:r>
              <a:rPr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生病也是生活体验的一种，甚或算得一项别开生面的游历</a:t>
            </a:r>
            <a:r>
              <a:rPr lang="en-US"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……</a:t>
            </a:r>
            <a:r>
              <a:rPr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刚坐上轮椅时，我老想，不能直立行走岂非把人的特点搞丢了？便觉天昏地暗。等到生出褥疮一连数日只能歪七扭八地躺着，才看见端坐的日子其实多么晴朗。后来又患尿毒症，经常昏昏然不能思想，就更加怀念起往日时光。终于醒悟，其实每时每刻我们都是幸运的，因为任何灾难的前面都可以加上一个</a:t>
            </a:r>
            <a:r>
              <a:rPr lang="en-US"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“</a:t>
            </a:r>
            <a:r>
              <a:rPr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更</a:t>
            </a:r>
            <a:r>
              <a:rPr lang="en-US"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”</a:t>
            </a:r>
            <a:r>
              <a:rPr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字。生病的经验是一步步懂得满足……</a:t>
            </a:r>
            <a:endParaRPr altLang="zh-CN" sz="1865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  <a:p>
            <a:pPr algn="r">
              <a:lnSpc>
                <a:spcPct val="150000"/>
              </a:lnSpc>
            </a:pPr>
            <a:r>
              <a:rPr lang="en-US"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——</a:t>
            </a:r>
            <a:r>
              <a:rPr altLang="zh-CN" sz="1865" b="1" kern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《病隙碎笔》</a:t>
            </a:r>
            <a:endParaRPr lang="en-US" altLang="zh-CN" sz="1865" b="1" kern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</p:txBody>
      </p:sp>
      <p:sp>
        <p:nvSpPr>
          <p:cNvPr id="6" name="矩形: 圆角 1" title=""/>
          <p:cNvSpPr/>
          <p:nvPr>
            <p:custDataLst>
              <p:tags r:id="rId6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smiling-tooth-with-hands_33918" title="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69664" y="447789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文本框 7" title=""/>
          <p:cNvSpPr txBox="1"/>
          <p:nvPr>
            <p:custDataLst>
              <p:tags r:id="rId8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拓展延伸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" name="图片 1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4"/>
          <a:stretch>
            <a:fillRect/>
          </a:stretch>
        </p:blipFill>
        <p:spPr>
          <a:xfrm>
            <a:off x="7912947" y="3782060"/>
            <a:ext cx="4092787" cy="303699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3" name="文本框 2" title=""/>
          <p:cNvSpPr txBox="1"/>
          <p:nvPr>
            <p:custDataLst>
              <p:tags r:id="rId11"/>
            </p:custDataLst>
          </p:nvPr>
        </p:nvSpPr>
        <p:spPr>
          <a:xfrm>
            <a:off x="556260" y="3443182"/>
            <a:ext cx="7611533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那时的我，作为她的儿子，还太年轻，还来不及为母亲着想，我被命运击昏了头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……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母亲生前没给我留下过什么隽永的誓言，或要我恪守的教诲，只是在她去世之后，她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艰难的命运，坚忍的意志和毫不张扬的爱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，随光阴流转，在我的印象中愈加鲜明深刻。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《我与地坛》</a:t>
            </a:r>
            <a:endParaRPr lang="zh-CN" altLang="en-US" sz="24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7" name="圆角矩形 6" title=""/>
          <p:cNvSpPr/>
          <p:nvPr>
            <p:custDataLst>
              <p:tags r:id="rId4"/>
            </p:custDataLst>
          </p:nvPr>
        </p:nvSpPr>
        <p:spPr>
          <a:xfrm>
            <a:off x="469735" y="1054100"/>
            <a:ext cx="11252531" cy="549742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EA75B">
                    <a:alpha val="12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" name="矩形: 圆角 1" title=""/>
          <p:cNvSpPr/>
          <p:nvPr>
            <p:custDataLst>
              <p:tags r:id="rId5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rgbClr val="DEA7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" name="smiling-tooth-with-hands_33918" title="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>
            <p:custDataLst>
              <p:tags r:id="rId7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主旨归纳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8"/>
            </p:custDataLst>
          </p:nvPr>
        </p:nvSpPr>
        <p:spPr>
          <a:xfrm>
            <a:off x="2113280" y="1499235"/>
            <a:ext cx="8966200" cy="18091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文章通过回忆母亲生前生活中的几件小事，塑造了一位伟大母亲的形象，表达了作者对母亲的深切怀念和愧疚之情，以及从中获得的对生命意义的深刻思考</a:t>
            </a: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——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要像菊花一样，顽强地</a:t>
            </a: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好好儿活</a:t>
            </a: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”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9" name="文本框 8" title=""/>
          <p:cNvSpPr txBox="1"/>
          <p:nvPr>
            <p:custDataLst>
              <p:tags r:id="rId9"/>
            </p:custDataLst>
          </p:nvPr>
        </p:nvSpPr>
        <p:spPr>
          <a:xfrm>
            <a:off x="673100" y="1790700"/>
            <a:ext cx="1253490" cy="583565"/>
          </a:xfrm>
          <a:prstGeom prst="rect">
            <a:avLst/>
          </a:prstGeom>
          <a:solidFill>
            <a:schemeClr val="bg1"/>
          </a:solidFill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主旨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10"/>
            </p:custDataLst>
          </p:nvPr>
        </p:nvSpPr>
        <p:spPr>
          <a:xfrm>
            <a:off x="2186940" y="4198620"/>
            <a:ext cx="8965565" cy="1383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子欲养而亲不待</a:t>
            </a: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”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的痛悔、自责，母亲的离世如秋叶飘零，带来了无尽的</a:t>
            </a:r>
            <a:r>
              <a: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怀念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，也催生了</a:t>
            </a:r>
            <a:r>
              <a:rPr lang="zh-CN" altLang="en-US" sz="28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深刻的生命领悟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。亲情的力量和生命的韧性。</a:t>
            </a: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2" name="文本框 11" title=""/>
          <p:cNvSpPr txBox="1"/>
          <p:nvPr>
            <p:custDataLst>
              <p:tags r:id="rId11"/>
            </p:custDataLst>
          </p:nvPr>
        </p:nvSpPr>
        <p:spPr>
          <a:xfrm>
            <a:off x="652780" y="4765040"/>
            <a:ext cx="1253490" cy="583565"/>
          </a:xfrm>
          <a:prstGeom prst="rect">
            <a:avLst/>
          </a:prstGeom>
          <a:solidFill>
            <a:schemeClr val="bg1"/>
          </a:solidFill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情感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2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7" name="圆角矩形 6" title=""/>
          <p:cNvSpPr/>
          <p:nvPr>
            <p:custDataLst>
              <p:tags r:id="rId4"/>
            </p:custDataLst>
          </p:nvPr>
        </p:nvSpPr>
        <p:spPr>
          <a:xfrm>
            <a:off x="469735" y="1054100"/>
            <a:ext cx="11252531" cy="549742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EA75B">
                    <a:alpha val="12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" name="矩形: 圆角 1" title=""/>
          <p:cNvSpPr/>
          <p:nvPr>
            <p:custDataLst>
              <p:tags r:id="rId5"/>
            </p:custDataLst>
          </p:nvPr>
        </p:nvSpPr>
        <p:spPr>
          <a:xfrm>
            <a:off x="162560" y="284480"/>
            <a:ext cx="2694940" cy="638056"/>
          </a:xfrm>
          <a:prstGeom prst="roundRect">
            <a:avLst>
              <a:gd name="adj" fmla="val 50000"/>
            </a:avLst>
          </a:prstGeom>
          <a:solidFill>
            <a:srgbClr val="DEA7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" name="smiling-tooth-with-hands_33918" title="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73897" y="453716"/>
            <a:ext cx="340631" cy="340631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91440" tIns="45720" rIns="91440" bIns="4572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zh-CN" altLang="en-US" sz="1865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6" name="文本框 5" title=""/>
          <p:cNvSpPr txBox="1"/>
          <p:nvPr>
            <p:custDataLst>
              <p:tags r:id="rId7"/>
            </p:custDataLst>
          </p:nvPr>
        </p:nvSpPr>
        <p:spPr>
          <a:xfrm>
            <a:off x="835052" y="325761"/>
            <a:ext cx="1867955" cy="5835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dist">
              <a:defRPr/>
            </a:pPr>
            <a:r>
              <a:rPr lang="zh-CN" altLang="en-US" sz="32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课后作业</a:t>
            </a:r>
            <a:endParaRPr lang="zh-CN" altLang="en-US" sz="32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 title=""/>
          <p:cNvSpPr txBox="1"/>
          <p:nvPr>
            <p:custDataLst>
              <p:tags r:id="rId8"/>
            </p:custDataLst>
          </p:nvPr>
        </p:nvSpPr>
        <p:spPr>
          <a:xfrm>
            <a:off x="2113280" y="1499235"/>
            <a:ext cx="8966200" cy="23088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marL="514350" lvl="0" indent="-514350" algn="l">
              <a:buClrTx/>
              <a:buSzTx/>
              <a:buFontTx/>
              <a:buAutoNum type="arabicPeriod"/>
            </a:pP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整理本课的重点字词，并摘抄文中让你感动的句子，写下简要批注。</a:t>
            </a: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514350" lvl="0" indent="-514350" algn="l">
              <a:buClrTx/>
              <a:buSzTx/>
              <a:buFontTx/>
              <a:buAutoNum type="arabicPeriod"/>
            </a:pP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模仿本文通过细节描写表现情感的写法，以</a:t>
            </a: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牵挂</a:t>
            </a: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”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为题，写一个片段，表现家人对你的关爱。（</a:t>
            </a:r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200</a:t>
            </a: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字左右）</a:t>
            </a: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9" name="文本框 8" title=""/>
          <p:cNvSpPr txBox="1"/>
          <p:nvPr>
            <p:custDataLst>
              <p:tags r:id="rId9"/>
            </p:custDataLst>
          </p:nvPr>
        </p:nvSpPr>
        <p:spPr>
          <a:xfrm>
            <a:off x="673100" y="1790700"/>
            <a:ext cx="1253490" cy="583565"/>
          </a:xfrm>
          <a:prstGeom prst="rect">
            <a:avLst/>
          </a:prstGeom>
          <a:solidFill>
            <a:schemeClr val="bg1"/>
          </a:solidFill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必做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10"/>
            </p:custDataLst>
          </p:nvPr>
        </p:nvSpPr>
        <p:spPr>
          <a:xfrm>
            <a:off x="2186940" y="4580255"/>
            <a:ext cx="8965565" cy="9531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课外阅读史铁生的《我与地坛》或《合欢树》，写一篇短的读书笔记，谈谈你对史铁生生命哲学的理解。</a:t>
            </a:r>
            <a:endParaRPr lang="zh-CN" altLang="en-US" sz="2800" b="1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2" name="文本框 11" title=""/>
          <p:cNvSpPr txBox="1"/>
          <p:nvPr>
            <p:custDataLst>
              <p:tags r:id="rId11"/>
            </p:custDataLst>
          </p:nvPr>
        </p:nvSpPr>
        <p:spPr>
          <a:xfrm>
            <a:off x="652780" y="4765040"/>
            <a:ext cx="1253490" cy="583565"/>
          </a:xfrm>
          <a:prstGeom prst="rect">
            <a:avLst/>
          </a:prstGeom>
          <a:solidFill>
            <a:schemeClr val="bg1"/>
          </a:solidFill>
          <a:ln>
            <a:solidFill>
              <a:srgbClr val="D384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选做</a:t>
            </a:r>
            <a:endParaRPr lang="zh-CN" altLang="en-US" sz="32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2" grpId="0" animBg="1"/>
      <p:bldP spid="3" grpId="0" animBg="1"/>
    </p:bldLst>
  </p:timing>
</p:sld>
</file>

<file path=ppt/tags/tag1.xml><?xml version="1.0" encoding="utf-8"?>
<p:tagLst xmlns:p="http://schemas.openxmlformats.org/presentationml/2006/main">
  <p:tag name="AS_UNIQUEID" val="31"/>
</p:tagLst>
</file>

<file path=ppt/tags/tag2.xml><?xml version="1.0" encoding="utf-8"?>
<p:tagLst xmlns:p="http://schemas.openxmlformats.org/presentationml/2006/main">
  <p:tag name="AS_UNIQUEID" val="32"/>
</p:tagLst>
</file>

<file path=ppt/tags/tag3.xml><?xml version="1.0" encoding="utf-8"?>
<p:tagLst xmlns:p="http://schemas.openxmlformats.org/presentationml/2006/main">
  <p:tag name="AS_UNIQUEID" val="33"/>
</p:tagLst>
</file>

<file path=ppt/tags/tag4.xml><?xml version="1.0" encoding="utf-8"?>
<p:tagLst xmlns:p="http://schemas.openxmlformats.org/presentationml/2006/main">
  <p:tag name="AS_UNIQUEID" val="34"/>
</p:tagLst>
</file>

<file path=ppt/tags/tag5.xml><?xml version="1.0" encoding="utf-8"?>
<p:tagLst xmlns:p="http://schemas.openxmlformats.org/presentationml/2006/main">
  <p:tag name="AS_UNIQUEID" val="35"/>
</p:tagLst>
</file>

<file path=ppt/tags/tag6.xml><?xml version="1.0" encoding="utf-8"?>
<p:tagLst xmlns:p="http://schemas.openxmlformats.org/presentationml/2006/main">
  <p:tag name="AS_UNIQUEID" val="36"/>
</p:tagLst>
</file>

<file path=ppt/tags/tag7.xml><?xml version="1.0" encoding="utf-8"?>
<p:tagLst xmlns:p="http://schemas.openxmlformats.org/presentationml/2006/main">
  <p:tag name="AS_UNIQUEID" val="37"/>
</p:tagLst>
</file>

<file path=ppt/tags/tag8.xml><?xml version="1.0" encoding="utf-8"?>
<p:tagLst xmlns:p="http://schemas.openxmlformats.org/presentationml/2006/main">
  <p:tag name="AS_UNIQUEID" val="38"/>
</p:tagLst>
</file>

<file path=ppt/tags/tag9.xml><?xml version="1.0" encoding="utf-8"?>
<p:tagLst xmlns:p="http://schemas.openxmlformats.org/presentationml/2006/main">
  <p:tag name="AS_UNIQUEID" val="39"/>
</p:tagLst>
</file>

<file path=ppt/tags/tag10.xml><?xml version="1.0" encoding="utf-8"?>
<p:tagLst xmlns:p="http://schemas.openxmlformats.org/presentationml/2006/main">
  <p:tag name="AS_UNIQUEID" val="40"/>
</p:tagLst>
</file>

<file path=ppt/tags/tag11.xml><?xml version="1.0" encoding="utf-8"?>
<p:tagLst xmlns:p="http://schemas.openxmlformats.org/presentationml/2006/main">
  <p:tag name="AS_UNIQUEID" val="41"/>
</p:tagLst>
</file>

<file path=ppt/tags/tag12.xml><?xml version="1.0" encoding="utf-8"?>
<p:tagLst xmlns:p="http://schemas.openxmlformats.org/presentationml/2006/main">
  <p:tag name="AS_UNIQUEID" val="42"/>
</p:tagLst>
</file>

<file path=ppt/tags/tag13.xml><?xml version="1.0" encoding="utf-8"?>
<p:tagLst xmlns:p="http://schemas.openxmlformats.org/presentationml/2006/main">
  <p:tag name="AS_UNIQUEID" val="43"/>
</p:tagLst>
</file>

<file path=ppt/tags/tag14.xml><?xml version="1.0" encoding="utf-8"?>
<p:tagLst xmlns:p="http://schemas.openxmlformats.org/presentationml/2006/main">
  <p:tag name="AS_UNIQUEID" val="44"/>
</p:tagLst>
</file>

<file path=ppt/tags/tag15.xml><?xml version="1.0" encoding="utf-8"?>
<p:tagLst xmlns:p="http://schemas.openxmlformats.org/presentationml/2006/main">
  <p:tag name="AS_UNIQUEID" val="45"/>
</p:tagLst>
</file>

<file path=ppt/tags/tag16.xml><?xml version="1.0" encoding="utf-8"?>
<p:tagLst xmlns:p="http://schemas.openxmlformats.org/presentationml/2006/main">
  <p:tag name="AS_UNIQUEID" val="46"/>
</p:tagLst>
</file>

<file path=ppt/tags/tag17.xml><?xml version="1.0" encoding="utf-8"?>
<p:tagLst xmlns:p="http://schemas.openxmlformats.org/presentationml/2006/main">
  <p:tag name="AS_UNIQUEID" val="47"/>
</p:tagLst>
</file>

<file path=ppt/tags/tag18.xml><?xml version="1.0" encoding="utf-8"?>
<p:tagLst xmlns:p="http://schemas.openxmlformats.org/presentationml/2006/main">
  <p:tag name="AS_UNIQUEID" val="48"/>
</p:tagLst>
</file>

<file path=ppt/tags/tag19.xml><?xml version="1.0" encoding="utf-8"?>
<p:tagLst xmlns:p="http://schemas.openxmlformats.org/presentationml/2006/main">
  <p:tag name="AS_UNIQUEID" val="49"/>
</p:tagLst>
</file>

<file path=ppt/tags/tag20.xml><?xml version="1.0" encoding="utf-8"?>
<p:tagLst xmlns:p="http://schemas.openxmlformats.org/presentationml/2006/main">
  <p:tag name="AS_UNIQUEID" val="50"/>
</p:tagLst>
</file>

<file path=ppt/tags/tag21.xml><?xml version="1.0" encoding="utf-8"?>
<p:tagLst xmlns:p="http://schemas.openxmlformats.org/presentationml/2006/main">
  <p:tag name="AS_UNIQUEID" val="51"/>
</p:tagLst>
</file>

<file path=ppt/tags/tag22.xml><?xml version="1.0" encoding="utf-8"?>
<p:tagLst xmlns:p="http://schemas.openxmlformats.org/presentationml/2006/main">
  <p:tag name="AS_UNIQUEID" val="52"/>
</p:tagLst>
</file>

<file path=ppt/tags/tag23.xml><?xml version="1.0" encoding="utf-8"?>
<p:tagLst xmlns:p="http://schemas.openxmlformats.org/presentationml/2006/main">
  <p:tag name="AS_UNIQUEID" val="53"/>
</p:tagLst>
</file>

<file path=ppt/tags/tag24.xml><?xml version="1.0" encoding="utf-8"?>
<p:tagLst xmlns:p="http://schemas.openxmlformats.org/presentationml/2006/main">
  <p:tag name="AS_UNIQUEID" val="54"/>
</p:tagLst>
</file>

<file path=ppt/tags/tag25.xml><?xml version="1.0" encoding="utf-8"?>
<p:tagLst xmlns:p="http://schemas.openxmlformats.org/presentationml/2006/main">
  <p:tag name="AS_UNIQUEID" val="55"/>
</p:tagLst>
</file>

<file path=ppt/tags/tag26.xml><?xml version="1.0" encoding="utf-8"?>
<p:tagLst xmlns:p="http://schemas.openxmlformats.org/presentationml/2006/main">
  <p:tag name="AS_UNIQUEID" val="56"/>
</p:tagLst>
</file>

<file path=ppt/tags/tag27.xml><?xml version="1.0" encoding="utf-8"?>
<p:tagLst xmlns:p="http://schemas.openxmlformats.org/presentationml/2006/main">
  <p:tag name="AS_UNIQUEID" val="57"/>
</p:tagLst>
</file>

<file path=ppt/tags/tag28.xml><?xml version="1.0" encoding="utf-8"?>
<p:tagLst xmlns:p="http://schemas.openxmlformats.org/presentationml/2006/main">
  <p:tag name="AS_UNIQUEID" val="58"/>
</p:tagLst>
</file>

<file path=ppt/tags/tag29.xml><?xml version="1.0" encoding="utf-8"?>
<p:tagLst xmlns:p="http://schemas.openxmlformats.org/presentationml/2006/main">
  <p:tag name="AS_UNIQUEID" val="59"/>
</p:tagLst>
</file>

<file path=ppt/tags/tag30.xml><?xml version="1.0" encoding="utf-8"?>
<p:tagLst xmlns:p="http://schemas.openxmlformats.org/presentationml/2006/main">
  <p:tag name="AS_UNIQUEID" val="60"/>
</p:tagLst>
</file>

<file path=ppt/tags/tag31.xml><?xml version="1.0" encoding="utf-8"?>
<p:tagLst xmlns:p="http://schemas.openxmlformats.org/presentationml/2006/main">
  <p:tag name="AS_UNIQUEID" val="61"/>
</p:tagLst>
</file>

<file path=ppt/tags/tag32.xml><?xml version="1.0" encoding="utf-8"?>
<p:tagLst xmlns:p="http://schemas.openxmlformats.org/presentationml/2006/main">
  <p:tag name="AS_UNIQUEID" val="62"/>
</p:tagLst>
</file>

<file path=ppt/tags/tag33.xml><?xml version="1.0" encoding="utf-8"?>
<p:tagLst xmlns:p="http://schemas.openxmlformats.org/presentationml/2006/main">
  <p:tag name="AS_UNIQUEID" val="63"/>
</p:tagLst>
</file>

<file path=ppt/tags/tag34.xml><?xml version="1.0" encoding="utf-8"?>
<p:tagLst xmlns:p="http://schemas.openxmlformats.org/presentationml/2006/main">
  <p:tag name="AS_UNIQUEID" val="64"/>
</p:tagLst>
</file>

<file path=ppt/tags/tag35.xml><?xml version="1.0" encoding="utf-8"?>
<p:tagLst xmlns:p="http://schemas.openxmlformats.org/presentationml/2006/main">
  <p:tag name="AS_UNIQUEID" val="65"/>
</p:tagLst>
</file>

<file path=ppt/tags/tag36.xml><?xml version="1.0" encoding="utf-8"?>
<p:tagLst xmlns:p="http://schemas.openxmlformats.org/presentationml/2006/main">
  <p:tag name="AS_UNIQUEID" val="66"/>
</p:tagLst>
</file>

<file path=ppt/tags/tag37.xml><?xml version="1.0" encoding="utf-8"?>
<p:tagLst xmlns:p="http://schemas.openxmlformats.org/presentationml/2006/main">
  <p:tag name="AS_UNIQUEID" val="67"/>
</p:tagLst>
</file>

<file path=ppt/tags/tag38.xml><?xml version="1.0" encoding="utf-8"?>
<p:tagLst xmlns:p="http://schemas.openxmlformats.org/presentationml/2006/main">
  <p:tag name="AS_UNIQUEID" val="68"/>
</p:tagLst>
</file>

<file path=ppt/tags/tag39.xml><?xml version="1.0" encoding="utf-8"?>
<p:tagLst xmlns:p="http://schemas.openxmlformats.org/presentationml/2006/main">
  <p:tag name="AS_UNIQUEID" val="69"/>
</p:tagLst>
</file>

<file path=ppt/tags/tag40.xml><?xml version="1.0" encoding="utf-8"?>
<p:tagLst xmlns:p="http://schemas.openxmlformats.org/presentationml/2006/main">
  <p:tag name="AS_UNIQUEID" val="70"/>
</p:tagLst>
</file>

<file path=ppt/tags/tag41.xml><?xml version="1.0" encoding="utf-8"?>
<p:tagLst xmlns:p="http://schemas.openxmlformats.org/presentationml/2006/main">
  <p:tag name="AS_UNIQUEID" val="71"/>
</p:tagLst>
</file>

<file path=ppt/tags/tag42.xml><?xml version="1.0" encoding="utf-8"?>
<p:tagLst xmlns:p="http://schemas.openxmlformats.org/presentationml/2006/main">
  <p:tag name="AS_UNIQUEID" val="72"/>
</p:tagLst>
</file>

<file path=ppt/tags/tag43.xml><?xml version="1.0" encoding="utf-8"?>
<p:tagLst xmlns:p="http://schemas.openxmlformats.org/presentationml/2006/main">
  <p:tag name="AS_UNIQUEID" val="73"/>
</p:tagLst>
</file>

<file path=ppt/tags/tag44.xml><?xml version="1.0" encoding="utf-8"?>
<p:tagLst xmlns:p="http://schemas.openxmlformats.org/presentationml/2006/main">
  <p:tag name="AS_UNIQUEID" val="74"/>
</p:tagLst>
</file>

<file path=ppt/tags/tag45.xml><?xml version="1.0" encoding="utf-8"?>
<p:tagLst xmlns:p="http://schemas.openxmlformats.org/presentationml/2006/main">
  <p:tag name="AS_UNIQUEID" val="75"/>
</p:tagLst>
</file>

<file path=ppt/tags/tag46.xml><?xml version="1.0" encoding="utf-8"?>
<p:tagLst xmlns:p="http://schemas.openxmlformats.org/presentationml/2006/main">
  <p:tag name="AS_UNIQUEID" val="76"/>
</p:tagLst>
</file>

<file path=ppt/tags/tag47.xml><?xml version="1.0" encoding="utf-8"?>
<p:tagLst xmlns:p="http://schemas.openxmlformats.org/presentationml/2006/main">
  <p:tag name="AS_UNIQUEID" val="77"/>
</p:tagLst>
</file>

<file path=ppt/tags/tag48.xml><?xml version="1.0" encoding="utf-8"?>
<p:tagLst xmlns:p="http://schemas.openxmlformats.org/presentationml/2006/main">
  <p:tag name="AS_UNIQUEID" val="78"/>
</p:tagLst>
</file>

<file path=ppt/tags/tag49.xml><?xml version="1.0" encoding="utf-8"?>
<p:tagLst xmlns:p="http://schemas.openxmlformats.org/presentationml/2006/main">
  <p:tag name="AS_UNIQUEID" val="79"/>
</p:tagLst>
</file>

<file path=ppt/tags/tag50.xml><?xml version="1.0" encoding="utf-8"?>
<p:tagLst xmlns:p="http://schemas.openxmlformats.org/presentationml/2006/main">
  <p:tag name="AS_UNIQUEID" val="80"/>
</p:tagLst>
</file>

<file path=ppt/tags/tag51.xml><?xml version="1.0" encoding="utf-8"?>
<p:tagLst xmlns:p="http://schemas.openxmlformats.org/presentationml/2006/main">
  <p:tag name="AS_UNIQUEID" val="81"/>
</p:tagLst>
</file>

<file path=ppt/tags/tag52.xml><?xml version="1.0" encoding="utf-8"?>
<p:tagLst xmlns:p="http://schemas.openxmlformats.org/presentationml/2006/main">
  <p:tag name="AS_UNIQUEID" val="82"/>
</p:tagLst>
</file>

<file path=ppt/tags/tag53.xml><?xml version="1.0" encoding="utf-8"?>
<p:tagLst xmlns:p="http://schemas.openxmlformats.org/presentationml/2006/main">
  <p:tag name="AS_UNIQUEID" val="83"/>
</p:tagLst>
</file>

<file path=ppt/tags/tag54.xml><?xml version="1.0" encoding="utf-8"?>
<p:tagLst xmlns:p="http://schemas.openxmlformats.org/presentationml/2006/main">
  <p:tag name="AS_UNIQUEID" val="84"/>
</p:tagLst>
</file>

<file path=ppt/tags/tag55.xml><?xml version="1.0" encoding="utf-8"?>
<p:tagLst xmlns:p="http://schemas.openxmlformats.org/presentationml/2006/main">
  <p:tag name="AS_UNIQUEID" val="85"/>
</p:tagLst>
</file>

<file path=ppt/tags/tag56.xml><?xml version="1.0" encoding="utf-8"?>
<p:tagLst xmlns:p="http://schemas.openxmlformats.org/presentationml/2006/main">
  <p:tag name="AS_UNIQUEID" val="86"/>
</p:tagLst>
</file>

<file path=ppt/tags/tag57.xml><?xml version="1.0" encoding="utf-8"?>
<p:tagLst xmlns:p="http://schemas.openxmlformats.org/presentationml/2006/main">
  <p:tag name="AS_UNIQUEID" val="87"/>
</p:tagLst>
</file>

<file path=ppt/tags/tag58.xml><?xml version="1.0" encoding="utf-8"?>
<p:tagLst xmlns:p="http://schemas.openxmlformats.org/presentationml/2006/main">
  <p:tag name="AS_UNIQUEID" val="88"/>
</p:tagLst>
</file>

<file path=ppt/tags/tag59.xml><?xml version="1.0" encoding="utf-8"?>
<p:tagLst xmlns:p="http://schemas.openxmlformats.org/presentationml/2006/main">
  <p:tag name="AS_UNIQUEID" val="89"/>
</p:tagLst>
</file>

<file path=ppt/tags/tag60.xml><?xml version="1.0" encoding="utf-8"?>
<p:tagLst xmlns:p="http://schemas.openxmlformats.org/presentationml/2006/main">
  <p:tag name="AS_UNIQUEID" val="90"/>
</p:tagLst>
</file>

<file path=ppt/tags/tag61.xml><?xml version="1.0" encoding="utf-8"?>
<p:tagLst xmlns:p="http://schemas.openxmlformats.org/presentationml/2006/main">
  <p:tag name="AS_UNIQUEID" val="91"/>
</p:tagLst>
</file>

<file path=ppt/tags/tag62.xml><?xml version="1.0" encoding="utf-8"?>
<p:tagLst xmlns:p="http://schemas.openxmlformats.org/presentationml/2006/main">
  <p:tag name="AS_UNIQUEID" val="92"/>
</p:tagLst>
</file>

<file path=ppt/tags/tag63.xml><?xml version="1.0" encoding="utf-8"?>
<p:tagLst xmlns:p="http://schemas.openxmlformats.org/presentationml/2006/main">
  <p:tag name="AS_UNIQUEID" val="93"/>
</p:tagLst>
</file>

<file path=ppt/tags/tag64.xml><?xml version="1.0" encoding="utf-8"?>
<p:tagLst xmlns:p="http://schemas.openxmlformats.org/presentationml/2006/main">
  <p:tag name="AS_UNIQUEID" val="94"/>
</p:tagLst>
</file>

<file path=ppt/tags/tag65.xml><?xml version="1.0" encoding="utf-8"?>
<p:tagLst xmlns:p="http://schemas.openxmlformats.org/presentationml/2006/main">
  <p:tag name="AS_UNIQUEID" val="95"/>
</p:tagLst>
</file>

<file path=ppt/tags/tag66.xml><?xml version="1.0" encoding="utf-8"?>
<p:tagLst xmlns:p="http://schemas.openxmlformats.org/presentationml/2006/main">
  <p:tag name="AS_UNIQUEID" val="96"/>
</p:tagLst>
</file>

<file path=ppt/tags/tag67.xml><?xml version="1.0" encoding="utf-8"?>
<p:tagLst xmlns:p="http://schemas.openxmlformats.org/presentationml/2006/main">
  <p:tag name="AS_UNIQUEID" val="97"/>
</p:tagLst>
</file>

<file path=ppt/tags/tag68.xml><?xml version="1.0" encoding="utf-8"?>
<p:tagLst xmlns:p="http://schemas.openxmlformats.org/presentationml/2006/main">
  <p:tag name="AS_UNIQUEID" val="98"/>
</p:tagLst>
</file>

<file path=ppt/tags/tag69.xml><?xml version="1.0" encoding="utf-8"?>
<p:tagLst xmlns:p="http://schemas.openxmlformats.org/presentationml/2006/main">
  <p:tag name="AS_UNIQUEID" val="99"/>
</p:tagLst>
</file>

<file path=ppt/tags/tag70.xml><?xml version="1.0" encoding="utf-8"?>
<p:tagLst xmlns:p="http://schemas.openxmlformats.org/presentationml/2006/main">
  <p:tag name="AS_UNIQUEID" val="100"/>
</p:tagLst>
</file>

<file path=ppt/tags/tag71.xml><?xml version="1.0" encoding="utf-8"?>
<p:tagLst xmlns:p="http://schemas.openxmlformats.org/presentationml/2006/main">
  <p:tag name="AS_UNIQUEID" val="101"/>
</p:tagLst>
</file>

<file path=ppt/tags/tag72.xml><?xml version="1.0" encoding="utf-8"?>
<p:tagLst xmlns:p="http://schemas.openxmlformats.org/presentationml/2006/main">
  <p:tag name="AS_UNIQUEID" val="102"/>
</p:tagLst>
</file>

<file path=ppt/tags/tag73.xml><?xml version="1.0" encoding="utf-8"?>
<p:tagLst xmlns:p="http://schemas.openxmlformats.org/presentationml/2006/main">
  <p:tag name="AS_UNIQUEID" val="103"/>
</p:tagLst>
</file>

<file path=ppt/tags/tag74.xml><?xml version="1.0" encoding="utf-8"?>
<p:tagLst xmlns:p="http://schemas.openxmlformats.org/presentationml/2006/main">
  <p:tag name="AS_UNIQUEID" val="104"/>
</p:tagLst>
</file>

<file path=ppt/tags/tag75.xml><?xml version="1.0" encoding="utf-8"?>
<p:tagLst xmlns:p="http://schemas.openxmlformats.org/presentationml/2006/main">
  <p:tag name="AS_UNIQUEID" val="105"/>
</p:tagLst>
</file>

<file path=ppt/tags/tag76.xml><?xml version="1.0" encoding="utf-8"?>
<p:tagLst xmlns:p="http://schemas.openxmlformats.org/presentationml/2006/main">
  <p:tag name="AS_UNIQUEID" val="106"/>
</p:tagLst>
</file>

<file path=ppt/tags/tag77.xml><?xml version="1.0" encoding="utf-8"?>
<p:tagLst xmlns:p="http://schemas.openxmlformats.org/presentationml/2006/main">
  <p:tag name="AS_UNIQUEID" val="107"/>
</p:tagLst>
</file>

<file path=ppt/tags/tag78.xml><?xml version="1.0" encoding="utf-8"?>
<p:tagLst xmlns:p="http://schemas.openxmlformats.org/presentationml/2006/main">
  <p:tag name="AS_UNIQUEID" val="108"/>
</p:tagLst>
</file>

<file path=ppt/tags/tag79.xml><?xml version="1.0" encoding="utf-8"?>
<p:tagLst xmlns:p="http://schemas.openxmlformats.org/presentationml/2006/main">
  <p:tag name="AS_UNIQUEID" val="109"/>
</p:tagLst>
</file>

<file path=ppt/tags/tag80.xml><?xml version="1.0" encoding="utf-8"?>
<p:tagLst xmlns:p="http://schemas.openxmlformats.org/presentationml/2006/main">
  <p:tag name="AS_UNIQUEID" val="110"/>
</p:tagLst>
</file>

<file path=ppt/tags/tag81.xml><?xml version="1.0" encoding="utf-8"?>
<p:tagLst xmlns:p="http://schemas.openxmlformats.org/presentationml/2006/main">
  <p:tag name="AS_UNIQUEID" val="111"/>
</p:tagLst>
</file>

<file path=ppt/tags/tag82.xml><?xml version="1.0" encoding="utf-8"?>
<p:tagLst xmlns:p="http://schemas.openxmlformats.org/presentationml/2006/main">
  <p:tag name="AS_UNIQUEID" val="112"/>
</p:tagLst>
</file>

<file path=ppt/tags/tag83.xml><?xml version="1.0" encoding="utf-8"?>
<p:tagLst xmlns:p="http://schemas.openxmlformats.org/presentationml/2006/main">
  <p:tag name="AS_UNIQUEID" val="113"/>
</p:tagLst>
</file>

<file path=ppt/tags/tag84.xml><?xml version="1.0" encoding="utf-8"?>
<p:tagLst xmlns:p="http://schemas.openxmlformats.org/presentationml/2006/main">
  <p:tag name="AS_UNIQUEID" val="114"/>
</p:tagLst>
</file>

<file path=ppt/tags/tag85.xml><?xml version="1.0" encoding="utf-8"?>
<p:tagLst xmlns:p="http://schemas.openxmlformats.org/presentationml/2006/main">
  <p:tag name="AS_UNIQUEID" val="115"/>
</p:tagLst>
</file>

<file path=ppt/tags/tag86.xml><?xml version="1.0" encoding="utf-8"?>
<p:tagLst xmlns:p="http://schemas.openxmlformats.org/presentationml/2006/main">
  <p:tag name="AS_UNIQUEID" val="116"/>
</p:tagLst>
</file>

<file path=ppt/tags/tag87.xml><?xml version="1.0" encoding="utf-8"?>
<p:tagLst xmlns:p="http://schemas.openxmlformats.org/presentationml/2006/main">
  <p:tag name="AS_UNIQUEID" val="117"/>
</p:tagLst>
</file>

<file path=ppt/tags/tag88.xml><?xml version="1.0" encoding="utf-8"?>
<p:tagLst xmlns:p="http://schemas.openxmlformats.org/presentationml/2006/main">
  <p:tag name="AS_UNIQUEID" val="118"/>
</p:tagLst>
</file>

<file path=ppt/tags/tag89.xml><?xml version="1.0" encoding="utf-8"?>
<p:tagLst xmlns:p="http://schemas.openxmlformats.org/presentationml/2006/main">
  <p:tag name="AS_UNIQUEID" val="119"/>
</p:tagLst>
</file>

<file path=ppt/tags/tag90.xml><?xml version="1.0" encoding="utf-8"?>
<p:tagLst xmlns:p="http://schemas.openxmlformats.org/presentationml/2006/main">
  <p:tag name="AS_UNIQUEID" val="120"/>
</p:tagLst>
</file>

<file path=ppt/tags/tag91.xml><?xml version="1.0" encoding="utf-8"?>
<p:tagLst xmlns:p="http://schemas.openxmlformats.org/presentationml/2006/main">
  <p:tag name="AS_UNIQUEID" val="121"/>
</p:tagLst>
</file>

<file path=ppt/tags/tag92.xml><?xml version="1.0" encoding="utf-8"?>
<p:tagLst xmlns:p="http://schemas.openxmlformats.org/presentationml/2006/main">
  <p:tag name="AS_UNIQUEID" val="122"/>
</p:tagLst>
</file>

<file path=ppt/tags/tag93.xml><?xml version="1.0" encoding="utf-8"?>
<p:tagLst xmlns:p="http://schemas.openxmlformats.org/presentationml/2006/main">
  <p:tag name="AS_UNIQUEID" val="123"/>
</p:tagLst>
</file>

<file path=ppt/tags/tag94.xml><?xml version="1.0" encoding="utf-8"?>
<p:tagLst xmlns:p="http://schemas.openxmlformats.org/presentationml/2006/main">
  <p:tag name="AS_UNIQUEID" val="124"/>
</p:tagLst>
</file>

<file path=ppt/tags/tag95.xml><?xml version="1.0" encoding="utf-8"?>
<p:tagLst xmlns:p="http://schemas.openxmlformats.org/presentationml/2006/main">
  <p:tag name="AS_UNIQUEID" val="125"/>
</p:tagLst>
</file>

<file path=ppt/tags/tag96.xml><?xml version="1.0" encoding="utf-8"?>
<p:tagLst xmlns:p="http://schemas.openxmlformats.org/presentationml/2006/main">
  <p:tag name="AS_UNIQUEID" val="126"/>
  <p:tag name="KSO_WM_DIAGRAM_VIRTUALLY_FRAME" val="{&quot;height&quot;:207.58622047244089,&quot;left&quot;:264.2015748031496,&quot;top&quot;:173.9499212598425,&quot;width&quot;:624.7781102362205}"/>
</p:tagLst>
</file>

<file path=ppt/tags/tag97.xml><?xml version="1.0" encoding="utf-8"?>
<p:tagLst xmlns:p="http://schemas.openxmlformats.org/presentationml/2006/main">
  <p:tag name="AS_UNIQUEID" val="127"/>
</p:tagLst>
</file>

<file path=ppt/tags/tag98.xml><?xml version="1.0" encoding="utf-8"?>
<p:tagLst xmlns:p="http://schemas.openxmlformats.org/presentationml/2006/main">
  <p:tag name="AS_UNIQUEID" val="128"/>
</p:tagLst>
</file>

<file path=ppt/tags/tag99.xml><?xml version="1.0" encoding="utf-8"?>
<p:tagLst xmlns:p="http://schemas.openxmlformats.org/presentationml/2006/main">
  <p:tag name="AS_UNIQUEID" val="129"/>
</p:tagLst>
</file>

<file path=ppt/tags/tag100.xml><?xml version="1.0" encoding="utf-8"?>
<p:tagLst xmlns:p="http://schemas.openxmlformats.org/presentationml/2006/main">
  <p:tag name="AS_UNIQUEID" val="130"/>
</p:tagLst>
</file>

<file path=ppt/tags/tag101.xml><?xml version="1.0" encoding="utf-8"?>
<p:tagLst xmlns:p="http://schemas.openxmlformats.org/presentationml/2006/main">
  <p:tag name="AS_UNIQUEID" val="131"/>
</p:tagLst>
</file>

<file path=ppt/tags/tag102.xml><?xml version="1.0" encoding="utf-8"?>
<p:tagLst xmlns:p="http://schemas.openxmlformats.org/presentationml/2006/main">
  <p:tag name="AS_UNIQUEID" val="132"/>
</p:tagLst>
</file>

<file path=ppt/tags/tag103.xml><?xml version="1.0" encoding="utf-8"?>
<p:tagLst xmlns:p="http://schemas.openxmlformats.org/presentationml/2006/main">
  <p:tag name="AS_UNIQUEID" val="133"/>
</p:tagLst>
</file>

<file path=ppt/tags/tag104.xml><?xml version="1.0" encoding="utf-8"?>
<p:tagLst xmlns:p="http://schemas.openxmlformats.org/presentationml/2006/main">
  <p:tag name="AS_UNIQUEID" val="134"/>
</p:tagLst>
</file>

<file path=ppt/tags/tag105.xml><?xml version="1.0" encoding="utf-8"?>
<p:tagLst xmlns:p="http://schemas.openxmlformats.org/presentationml/2006/main">
  <p:tag name="AS_UNIQUEID" val="135"/>
</p:tagLst>
</file>

<file path=ppt/tags/tag106.xml><?xml version="1.0" encoding="utf-8"?>
<p:tagLst xmlns:p="http://schemas.openxmlformats.org/presentationml/2006/main">
  <p:tag name="AS_UNIQUEID" val="136"/>
</p:tagLst>
</file>

<file path=ppt/tags/tag107.xml><?xml version="1.0" encoding="utf-8"?>
<p:tagLst xmlns:p="http://schemas.openxmlformats.org/presentationml/2006/main">
  <p:tag name="AS_UNIQUEID" val="137"/>
</p:tagLst>
</file>

<file path=ppt/tags/tag108.xml><?xml version="1.0" encoding="utf-8"?>
<p:tagLst xmlns:p="http://schemas.openxmlformats.org/presentationml/2006/main">
  <p:tag name="AS_UNIQUEID" val="138"/>
</p:tagLst>
</file>

<file path=ppt/tags/tag109.xml><?xml version="1.0" encoding="utf-8"?>
<p:tagLst xmlns:p="http://schemas.openxmlformats.org/presentationml/2006/main">
  <p:tag name="AS_UNIQUEID" val="139"/>
</p:tagLst>
</file>

<file path=ppt/tags/tag110.xml><?xml version="1.0" encoding="utf-8"?>
<p:tagLst xmlns:p="http://schemas.openxmlformats.org/presentationml/2006/main">
  <p:tag name="AS_UNIQUEID" val="140"/>
</p:tagLst>
</file>

<file path=ppt/tags/tag111.xml><?xml version="1.0" encoding="utf-8"?>
<p:tagLst xmlns:p="http://schemas.openxmlformats.org/presentationml/2006/main">
  <p:tag name="AS_UNIQUEID" val="141"/>
</p:tagLst>
</file>

<file path=ppt/tags/tag112.xml><?xml version="1.0" encoding="utf-8"?>
<p:tagLst xmlns:p="http://schemas.openxmlformats.org/presentationml/2006/main">
  <p:tag name="AS_UNIQUEID" val="142"/>
</p:tagLst>
</file>

<file path=ppt/tags/tag113.xml><?xml version="1.0" encoding="utf-8"?>
<p:tagLst xmlns:p="http://schemas.openxmlformats.org/presentationml/2006/main">
  <p:tag name="AS_UNIQUEID" val="143"/>
</p:tagLst>
</file>

<file path=ppt/tags/tag114.xml><?xml version="1.0" encoding="utf-8"?>
<p:tagLst xmlns:p="http://schemas.openxmlformats.org/presentationml/2006/main">
  <p:tag name="AS_UNIQUEID" val="144"/>
</p:tagLst>
</file>

<file path=ppt/tags/tag115.xml><?xml version="1.0" encoding="utf-8"?>
<p:tagLst xmlns:p="http://schemas.openxmlformats.org/presentationml/2006/main">
  <p:tag name="AS_UNIQUEID" val="145"/>
</p:tagLst>
</file>

<file path=ppt/tags/tag116.xml><?xml version="1.0" encoding="utf-8"?>
<p:tagLst xmlns:p="http://schemas.openxmlformats.org/presentationml/2006/main">
  <p:tag name="AS_UNIQUEID" val="146"/>
</p:tagLst>
</file>

<file path=ppt/tags/tag117.xml><?xml version="1.0" encoding="utf-8"?>
<p:tagLst xmlns:p="http://schemas.openxmlformats.org/presentationml/2006/main">
  <p:tag name="AS_UNIQUEID" val="147"/>
</p:tagLst>
</file>

<file path=ppt/tags/tag118.xml><?xml version="1.0" encoding="utf-8"?>
<p:tagLst xmlns:p="http://schemas.openxmlformats.org/presentationml/2006/main">
  <p:tag name="AS_UNIQUEID" val="148"/>
</p:tagLst>
</file>

<file path=ppt/tags/tag119.xml><?xml version="1.0" encoding="utf-8"?>
<p:tagLst xmlns:p="http://schemas.openxmlformats.org/presentationml/2006/main">
  <p:tag name="AS_UNIQUEID" val="24"/>
</p:tagLst>
</file>

<file path=ppt/tags/tag120.xml><?xml version="1.0" encoding="utf-8"?>
<p:tagLst xmlns:p="http://schemas.openxmlformats.org/presentationml/2006/main">
  <p:tag name="AS_UNIQUEID" val="149"/>
</p:tagLst>
</file>

<file path=ppt/tags/tag121.xml><?xml version="1.0" encoding="utf-8"?>
<p:tagLst xmlns:p="http://schemas.openxmlformats.org/presentationml/2006/main">
  <p:tag name="AS_UNIQUEID" val="150"/>
</p:tagLst>
</file>

<file path=ppt/tags/tag122.xml><?xml version="1.0" encoding="utf-8"?>
<p:tagLst xmlns:p="http://schemas.openxmlformats.org/presentationml/2006/main">
  <p:tag name="AS_UNIQUEID" val="151"/>
</p:tagLst>
</file>

<file path=ppt/tags/tag123.xml><?xml version="1.0" encoding="utf-8"?>
<p:tagLst xmlns:p="http://schemas.openxmlformats.org/presentationml/2006/main">
  <p:tag name="AS_UNIQUEID" val="152"/>
</p:tagLst>
</file>

<file path=ppt/tags/tag124.xml><?xml version="1.0" encoding="utf-8"?>
<p:tagLst xmlns:p="http://schemas.openxmlformats.org/presentationml/2006/main">
  <p:tag name="AS_UNIQUEID" val="153"/>
</p:tagLst>
</file>

<file path=ppt/tags/tag125.xml><?xml version="1.0" encoding="utf-8"?>
<p:tagLst xmlns:p="http://schemas.openxmlformats.org/presentationml/2006/main">
  <p:tag name="AS_UNIQUEID" val="154"/>
</p:tagLst>
</file>

<file path=ppt/tags/tag126.xml><?xml version="1.0" encoding="utf-8"?>
<p:tagLst xmlns:p="http://schemas.openxmlformats.org/presentationml/2006/main">
  <p:tag name="AS_UNIQUEID" val="155"/>
</p:tagLst>
</file>

<file path=ppt/tags/tag127.xml><?xml version="1.0" encoding="utf-8"?>
<p:tagLst xmlns:p="http://schemas.openxmlformats.org/presentationml/2006/main">
  <p:tag name="AS_UNIQUEID" val="156"/>
</p:tagLst>
</file>

<file path=ppt/tags/tag128.xml><?xml version="1.0" encoding="utf-8"?>
<p:tagLst xmlns:p="http://schemas.openxmlformats.org/presentationml/2006/main">
  <p:tag name="AS_UNIQUEID" val="157"/>
</p:tagLst>
</file>

<file path=ppt/tags/tag129.xml><?xml version="1.0" encoding="utf-8"?>
<p:tagLst xmlns:p="http://schemas.openxmlformats.org/presentationml/2006/main">
  <p:tag name="AS_UNIQUEID" val="158"/>
</p:tagLst>
</file>

<file path=ppt/tags/tag130.xml><?xml version="1.0" encoding="utf-8"?>
<p:tagLst xmlns:p="http://schemas.openxmlformats.org/presentationml/2006/main">
  <p:tag name="AS_UNIQUEID" val="159"/>
</p:tagLst>
</file>

<file path=ppt/tags/tag131.xml><?xml version="1.0" encoding="utf-8"?>
<p:tagLst xmlns:p="http://schemas.openxmlformats.org/presentationml/2006/main">
  <p:tag name="AS_UNIQUEID" val="160"/>
</p:tagLst>
</file>

<file path=ppt/tags/tag132.xml><?xml version="1.0" encoding="utf-8"?>
<p:tagLst xmlns:p="http://schemas.openxmlformats.org/presentationml/2006/main">
  <p:tag name="AS_UNIQUEID" val="161"/>
</p:tagLst>
</file>

<file path=ppt/tags/tag133.xml><?xml version="1.0" encoding="utf-8"?>
<p:tagLst xmlns:p="http://schemas.openxmlformats.org/presentationml/2006/main">
  <p:tag name="AS_UNIQUEID" val="162"/>
</p:tagLst>
</file>

<file path=ppt/tags/tag134.xml><?xml version="1.0" encoding="utf-8"?>
<p:tagLst xmlns:p="http://schemas.openxmlformats.org/presentationml/2006/main">
  <p:tag name="AS_UNIQUEID" val="163"/>
</p:tagLst>
</file>

<file path=ppt/tags/tag135.xml><?xml version="1.0" encoding="utf-8"?>
<p:tagLst xmlns:p="http://schemas.openxmlformats.org/presentationml/2006/main">
  <p:tag name="AS_UNIQUEID" val="164"/>
</p:tagLst>
</file>

<file path=ppt/tags/tag136.xml><?xml version="1.0" encoding="utf-8"?>
<p:tagLst xmlns:p="http://schemas.openxmlformats.org/presentationml/2006/main">
  <p:tag name="AS_UNIQUEID" val="165"/>
</p:tagLst>
</file>

<file path=ppt/tags/tag137.xml><?xml version="1.0" encoding="utf-8"?>
<p:tagLst xmlns:p="http://schemas.openxmlformats.org/presentationml/2006/main">
  <p:tag name="AS_UNIQUEID" val="166"/>
</p:tagLst>
</file>

<file path=ppt/tags/tag138.xml><?xml version="1.0" encoding="utf-8"?>
<p:tagLst xmlns:p="http://schemas.openxmlformats.org/presentationml/2006/main">
  <p:tag name="AS_UNIQUEID" val="167"/>
</p:tagLst>
</file>

<file path=ppt/tags/tag139.xml><?xml version="1.0" encoding="utf-8"?>
<p:tagLst xmlns:p="http://schemas.openxmlformats.org/presentationml/2006/main">
  <p:tag name="AS_UNIQUEID" val="168"/>
</p:tagLst>
</file>

<file path=ppt/tags/tag140.xml><?xml version="1.0" encoding="utf-8"?>
<p:tagLst xmlns:p="http://schemas.openxmlformats.org/presentationml/2006/main">
  <p:tag name="AS_UNIQUEID" val="169"/>
</p:tagLst>
</file>

<file path=ppt/tags/tag141.xml><?xml version="1.0" encoding="utf-8"?>
<p:tagLst xmlns:p="http://schemas.openxmlformats.org/presentationml/2006/main">
  <p:tag name="AS_UNIQUEID" val="170"/>
</p:tagLst>
</file>

<file path=ppt/tags/tag142.xml><?xml version="1.0" encoding="utf-8"?>
<p:tagLst xmlns:p="http://schemas.openxmlformats.org/presentationml/2006/main">
  <p:tag name="AS_UNIQUEID" val="171"/>
</p:tagLst>
</file>

<file path=ppt/tags/tag143.xml><?xml version="1.0" encoding="utf-8"?>
<p:tagLst xmlns:p="http://schemas.openxmlformats.org/presentationml/2006/main">
  <p:tag name="AS_UNIQUEID" val="172"/>
</p:tagLst>
</file>

<file path=ppt/tags/tag144.xml><?xml version="1.0" encoding="utf-8"?>
<p:tagLst xmlns:p="http://schemas.openxmlformats.org/presentationml/2006/main">
  <p:tag name="AS_UNIQUEID" val="173"/>
</p:tagLst>
</file>

<file path=ppt/tags/tag145.xml><?xml version="1.0" encoding="utf-8"?>
<p:tagLst xmlns:p="http://schemas.openxmlformats.org/presentationml/2006/main">
  <p:tag name="AS_UNIQUEID" val="174"/>
</p:tagLst>
</file>

<file path=ppt/tags/tag146.xml><?xml version="1.0" encoding="utf-8"?>
<p:tagLst xmlns:p="http://schemas.openxmlformats.org/presentationml/2006/main">
  <p:tag name="AS_UNIQUEID" val="175"/>
</p:tagLst>
</file>

<file path=ppt/tags/tag147.xml><?xml version="1.0" encoding="utf-8"?>
<p:tagLst xmlns:p="http://schemas.openxmlformats.org/presentationml/2006/main">
  <p:tag name="AS_UNIQUEID" val="176"/>
</p:tagLst>
</file>

<file path=ppt/tags/tag148.xml><?xml version="1.0" encoding="utf-8"?>
<p:tagLst xmlns:p="http://schemas.openxmlformats.org/presentationml/2006/main">
  <p:tag name="AS_UNIQUEID" val="177"/>
</p:tagLst>
</file>

<file path=ppt/tags/tag149.xml><?xml version="1.0" encoding="utf-8"?>
<p:tagLst xmlns:p="http://schemas.openxmlformats.org/presentationml/2006/main">
  <p:tag name="AS_UNIQUEID" val="178"/>
</p:tagLst>
</file>

<file path=ppt/tags/tag150.xml><?xml version="1.0" encoding="utf-8"?>
<p:tagLst xmlns:p="http://schemas.openxmlformats.org/presentationml/2006/main">
  <p:tag name="AS_UNIQUEID" val="179"/>
</p:tagLst>
</file>

<file path=ppt/tags/tag151.xml><?xml version="1.0" encoding="utf-8"?>
<p:tagLst xmlns:p="http://schemas.openxmlformats.org/presentationml/2006/main">
  <p:tag name="AS_UNIQUEID" val="180"/>
</p:tagLst>
</file>

<file path=ppt/tags/tag152.xml><?xml version="1.0" encoding="utf-8"?>
<p:tagLst xmlns:p="http://schemas.openxmlformats.org/presentationml/2006/main">
  <p:tag name="AS_UNIQUEID" val="181"/>
</p:tagLst>
</file>

<file path=ppt/tags/tag153.xml><?xml version="1.0" encoding="utf-8"?>
<p:tagLst xmlns:p="http://schemas.openxmlformats.org/presentationml/2006/main">
  <p:tag name="AS_UNIQUEID" val="182"/>
</p:tagLst>
</file>

<file path=ppt/tags/tag154.xml><?xml version="1.0" encoding="utf-8"?>
<p:tagLst xmlns:p="http://schemas.openxmlformats.org/presentationml/2006/main">
  <p:tag name="AS_UNIQUEID" val="183"/>
</p:tagLst>
</file>

<file path=ppt/tags/tag155.xml><?xml version="1.0" encoding="utf-8"?>
<p:tagLst xmlns:p="http://schemas.openxmlformats.org/presentationml/2006/main">
  <p:tag name="AS_UNIQUEID" val="184"/>
</p:tagLst>
</file>

<file path=ppt/tags/tag156.xml><?xml version="1.0" encoding="utf-8"?>
<p:tagLst xmlns:p="http://schemas.openxmlformats.org/presentationml/2006/main">
  <p:tag name="AS_UNIQUEID" val="185"/>
</p:tagLst>
</file>

<file path=ppt/tags/tag157.xml><?xml version="1.0" encoding="utf-8"?>
<p:tagLst xmlns:p="http://schemas.openxmlformats.org/presentationml/2006/main">
  <p:tag name="AS_UNIQUEID" val="186"/>
</p:tagLst>
</file>

<file path=ppt/tags/tag158.xml><?xml version="1.0" encoding="utf-8"?>
<p:tagLst xmlns:p="http://schemas.openxmlformats.org/presentationml/2006/main">
  <p:tag name="AS_UNIQUEID" val="187"/>
</p:tagLst>
</file>

<file path=ppt/tags/tag159.xml><?xml version="1.0" encoding="utf-8"?>
<p:tagLst xmlns:p="http://schemas.openxmlformats.org/presentationml/2006/main">
  <p:tag name="AS_UNIQUEID" val="188"/>
</p:tagLst>
</file>

<file path=ppt/tags/tag160.xml><?xml version="1.0" encoding="utf-8"?>
<p:tagLst xmlns:p="http://schemas.openxmlformats.org/presentationml/2006/main">
  <p:tag name="AS_UNIQUEID" val="189"/>
</p:tagLst>
</file>

<file path=ppt/tags/tag161.xml><?xml version="1.0" encoding="utf-8"?>
<p:tagLst xmlns:p="http://schemas.openxmlformats.org/presentationml/2006/main">
  <p:tag name="AS_UNIQUEID" val="190"/>
</p:tagLst>
</file>

<file path=ppt/tags/tag162.xml><?xml version="1.0" encoding="utf-8"?>
<p:tagLst xmlns:p="http://schemas.openxmlformats.org/presentationml/2006/main">
  <p:tag name="AS_UNIQUEID" val="191"/>
</p:tagLst>
</file>

<file path=ppt/tags/tag163.xml><?xml version="1.0" encoding="utf-8"?>
<p:tagLst xmlns:p="http://schemas.openxmlformats.org/presentationml/2006/main">
  <p:tag name="AS_UNIQUEID" val="192"/>
</p:tagLst>
</file>

<file path=ppt/tags/tag164.xml><?xml version="1.0" encoding="utf-8"?>
<p:tagLst xmlns:p="http://schemas.openxmlformats.org/presentationml/2006/main">
  <p:tag name="AS_UNIQUEID" val="193"/>
</p:tagLst>
</file>

<file path=ppt/tags/tag165.xml><?xml version="1.0" encoding="utf-8"?>
<p:tagLst xmlns:p="http://schemas.openxmlformats.org/presentationml/2006/main">
  <p:tag name="AS_UNIQUEID" val="194"/>
</p:tagLst>
</file>

<file path=ppt/tags/tag166.xml><?xml version="1.0" encoding="utf-8"?>
<p:tagLst xmlns:p="http://schemas.openxmlformats.org/presentationml/2006/main">
  <p:tag name="AS_UNIQUEID" val="195"/>
</p:tagLst>
</file>

<file path=ppt/tags/tag167.xml><?xml version="1.0" encoding="utf-8"?>
<p:tagLst xmlns:p="http://schemas.openxmlformats.org/presentationml/2006/main">
  <p:tag name="AS_UNIQUEID" val="196"/>
</p:tagLst>
</file>

<file path=ppt/tags/tag168.xml><?xml version="1.0" encoding="utf-8"?>
<p:tagLst xmlns:p="http://schemas.openxmlformats.org/presentationml/2006/main">
  <p:tag name="AS_UNIQUEID" val="197"/>
</p:tagLst>
</file>

<file path=ppt/tags/tag169.xml><?xml version="1.0" encoding="utf-8"?>
<p:tagLst xmlns:p="http://schemas.openxmlformats.org/presentationml/2006/main">
  <p:tag name="AS_UNIQUEID" val="198"/>
</p:tagLst>
</file>

<file path=ppt/tags/tag170.xml><?xml version="1.0" encoding="utf-8"?>
<p:tagLst xmlns:p="http://schemas.openxmlformats.org/presentationml/2006/main">
  <p:tag name="AS_UNIQUEID" val="199"/>
</p:tagLst>
</file>

<file path=ppt/tags/tag171.xml><?xml version="1.0" encoding="utf-8"?>
<p:tagLst xmlns:p="http://schemas.openxmlformats.org/presentationml/2006/main">
  <p:tag name="AS_UNIQUEID" val="26"/>
</p:tagLst>
</file>

<file path=ppt/tags/tag172.xml><?xml version="1.0" encoding="utf-8"?>
<p:tagLst xmlns:p="http://schemas.openxmlformats.org/presentationml/2006/main">
  <p:tag name="AS_UNIQUEID" val="200"/>
</p:tagLst>
</file>

<file path=ppt/tags/tag173.xml><?xml version="1.0" encoding="utf-8"?>
<p:tagLst xmlns:p="http://schemas.openxmlformats.org/presentationml/2006/main">
  <p:tag name="AS_UNIQUEID" val="201"/>
</p:tagLst>
</file>

<file path=ppt/tags/tag174.xml><?xml version="1.0" encoding="utf-8"?>
<p:tagLst xmlns:p="http://schemas.openxmlformats.org/presentationml/2006/main">
  <p:tag name="AS_UNIQUEID" val="202"/>
</p:tagLst>
</file>

<file path=ppt/tags/tag175.xml><?xml version="1.0" encoding="utf-8"?>
<p:tagLst xmlns:p="http://schemas.openxmlformats.org/presentationml/2006/main">
  <p:tag name="AS_UNIQUEID" val="203"/>
</p:tagLst>
</file>

<file path=ppt/tags/tag176.xml><?xml version="1.0" encoding="utf-8"?>
<p:tagLst xmlns:p="http://schemas.openxmlformats.org/presentationml/2006/main">
  <p:tag name="AS_UNIQUEID" val="204"/>
</p:tagLst>
</file>

<file path=ppt/tags/tag177.xml><?xml version="1.0" encoding="utf-8"?>
<p:tagLst xmlns:p="http://schemas.openxmlformats.org/presentationml/2006/main">
  <p:tag name="AS_UNIQUEID" val="205"/>
</p:tagLst>
</file>

<file path=ppt/tags/tag178.xml><?xml version="1.0" encoding="utf-8"?>
<p:tagLst xmlns:p="http://schemas.openxmlformats.org/presentationml/2006/main">
  <p:tag name="AS_UNIQUEID" val="206"/>
</p:tagLst>
</file>

<file path=ppt/tags/tag179.xml><?xml version="1.0" encoding="utf-8"?>
<p:tagLst xmlns:p="http://schemas.openxmlformats.org/presentationml/2006/main">
  <p:tag name="AS_UNIQUEID" val="207"/>
</p:tagLst>
</file>

<file path=ppt/tags/tag180.xml><?xml version="1.0" encoding="utf-8"?>
<p:tagLst xmlns:p="http://schemas.openxmlformats.org/presentationml/2006/main">
  <p:tag name="AS_UNIQUEID" val="208"/>
</p:tagLst>
</file>

<file path=ppt/tags/tag181.xml><?xml version="1.0" encoding="utf-8"?>
<p:tagLst xmlns:p="http://schemas.openxmlformats.org/presentationml/2006/main">
  <p:tag name="AS_UNIQUEID" val="26"/>
</p:tagLst>
</file>

<file path=ppt/tags/tag182.xml><?xml version="1.0" encoding="utf-8"?>
<p:tagLst xmlns:p="http://schemas.openxmlformats.org/presentationml/2006/main">
  <p:tag name="AS_UNIQUEID" val="209"/>
</p:tagLst>
</file>

<file path=ppt/tags/tag183.xml><?xml version="1.0" encoding="utf-8"?>
<p:tagLst xmlns:p="http://schemas.openxmlformats.org/presentationml/2006/main">
  <p:tag name="AS_UNIQUEID" val="210"/>
</p:tagLst>
</file>

<file path=ppt/tags/tag184.xml><?xml version="1.0" encoding="utf-8"?>
<p:tagLst xmlns:p="http://schemas.openxmlformats.org/presentationml/2006/main">
  <p:tag name="AS_UNIQUEID" val="211"/>
</p:tagLst>
</file>

<file path=ppt/tags/tag185.xml><?xml version="1.0" encoding="utf-8"?>
<p:tagLst xmlns:p="http://schemas.openxmlformats.org/presentationml/2006/main">
  <p:tag name="AS_UNIQUEID" val="212"/>
</p:tagLst>
</file>

<file path=ppt/tags/tag186.xml><?xml version="1.0" encoding="utf-8"?>
<p:tagLst xmlns:p="http://schemas.openxmlformats.org/presentationml/2006/main">
  <p:tag name="AS_UNIQUEID" val="213"/>
</p:tagLst>
</file>

<file path=ppt/tags/tag187.xml><?xml version="1.0" encoding="utf-8"?>
<p:tagLst xmlns:p="http://schemas.openxmlformats.org/presentationml/2006/main">
  <p:tag name="AS_UNIQUEID" val="214"/>
</p:tagLst>
</file>

<file path=ppt/tags/tag188.xml><?xml version="1.0" encoding="utf-8"?>
<p:tagLst xmlns:p="http://schemas.openxmlformats.org/presentationml/2006/main">
  <p:tag name="AS_UNIQUEID" val="215"/>
</p:tagLst>
</file>

<file path=ppt/tags/tag189.xml><?xml version="1.0" encoding="utf-8"?>
<p:tagLst xmlns:p="http://schemas.openxmlformats.org/presentationml/2006/main">
  <p:tag name="AS_UNIQUEID" val="216"/>
</p:tagLst>
</file>

<file path=ppt/tags/tag190.xml><?xml version="1.0" encoding="utf-8"?>
<p:tagLst xmlns:p="http://schemas.openxmlformats.org/presentationml/2006/main">
  <p:tag name="AS_UNIQUEID" val="217"/>
</p:tagLst>
</file>

<file path=ppt/tags/tag191.xml><?xml version="1.0" encoding="utf-8"?>
<p:tagLst xmlns:p="http://schemas.openxmlformats.org/presentationml/2006/main">
  <p:tag name="AS_UNIQUEID" val="218"/>
</p:tagLst>
</file>

<file path=ppt/tags/tag192.xml><?xml version="1.0" encoding="utf-8"?>
<p:tagLst xmlns:p="http://schemas.openxmlformats.org/presentationml/2006/main">
  <p:tag name="AS_UNIQUEID" val="219"/>
</p:tagLst>
</file>

<file path=ppt/tags/tag193.xml><?xml version="1.0" encoding="utf-8"?>
<p:tagLst xmlns:p="http://schemas.openxmlformats.org/presentationml/2006/main">
  <p:tag name="AS_UNIQUEID" val="220"/>
</p:tagLst>
</file>

<file path=ppt/tags/tag194.xml><?xml version="1.0" encoding="utf-8"?>
<p:tagLst xmlns:p="http://schemas.openxmlformats.org/presentationml/2006/main">
  <p:tag name="AS_UNIQUEID" val="221"/>
</p:tagLst>
</file>

<file path=ppt/tags/tag195.xml><?xml version="1.0" encoding="utf-8"?>
<p:tagLst xmlns:p="http://schemas.openxmlformats.org/presentationml/2006/main">
  <p:tag name="AS_UNIQUEID" val="222"/>
</p:tagLst>
</file>

<file path=ppt/tags/tag196.xml><?xml version="1.0" encoding="utf-8"?>
<p:tagLst xmlns:p="http://schemas.openxmlformats.org/presentationml/2006/main">
  <p:tag name="AS_UNIQUEID" val="223"/>
</p:tagLst>
</file>

<file path=ppt/tags/tag197.xml><?xml version="1.0" encoding="utf-8"?>
<p:tagLst xmlns:p="http://schemas.openxmlformats.org/presentationml/2006/main">
  <p:tag name="AS_UNIQUEID" val="224"/>
</p:tagLst>
</file>

<file path=ppt/tags/tag198.xml><?xml version="1.0" encoding="utf-8"?>
<p:tagLst xmlns:p="http://schemas.openxmlformats.org/presentationml/2006/main">
  <p:tag name="AS_UNIQUEID" val="225"/>
</p:tagLst>
</file>

<file path=ppt/tags/tag199.xml><?xml version="1.0" encoding="utf-8"?>
<p:tagLst xmlns:p="http://schemas.openxmlformats.org/presentationml/2006/main">
  <p:tag name="AS_UNIQUEID" val="226"/>
</p:tagLst>
</file>

<file path=ppt/tags/tag200.xml><?xml version="1.0" encoding="utf-8"?>
<p:tagLst xmlns:p="http://schemas.openxmlformats.org/presentationml/2006/main">
  <p:tag name="AS_UNIQUEID" val="227"/>
</p:tagLst>
</file>

<file path=ppt/tags/tag201.xml><?xml version="1.0" encoding="utf-8"?>
<p:tagLst xmlns:p="http://schemas.openxmlformats.org/presentationml/2006/main">
  <p:tag name="AS_UNIQUEID" val="228"/>
</p:tagLst>
</file>

<file path=ppt/tags/tag202.xml><?xml version="1.0" encoding="utf-8"?>
<p:tagLst xmlns:p="http://schemas.openxmlformats.org/presentationml/2006/main">
  <p:tag name="AS_UNIQUEID" val="229"/>
</p:tagLst>
</file>

<file path=ppt/tags/tag203.xml><?xml version="1.0" encoding="utf-8"?>
<p:tagLst xmlns:p="http://schemas.openxmlformats.org/presentationml/2006/main">
  <p:tag name="AS_UNIQUEID" val="11"/>
</p:tagLst>
</file>

<file path=ppt/tags/tag204.xml><?xml version="1.0" encoding="utf-8"?>
<p:tagLst xmlns:p="http://schemas.openxmlformats.org/presentationml/2006/main">
  <p:tag name="AS_UNIQUEID" val="230"/>
</p:tagLst>
</file>

<file path=ppt/tags/tag205.xml><?xml version="1.0" encoding="utf-8"?>
<p:tagLst xmlns:p="http://schemas.openxmlformats.org/presentationml/2006/main">
  <p:tag name="AS_UNIQUEID" val="231"/>
</p:tagLst>
</file>

<file path=ppt/tags/tag206.xml><?xml version="1.0" encoding="utf-8"?>
<p:tagLst xmlns:p="http://schemas.openxmlformats.org/presentationml/2006/main">
  <p:tag name="AS_UNIQUEID" val="232"/>
</p:tagLst>
</file>

<file path=ppt/tags/tag207.xml><?xml version="1.0" encoding="utf-8"?>
<p:tagLst xmlns:p="http://schemas.openxmlformats.org/presentationml/2006/main">
  <p:tag name="AS_UNIQUEID" val="394"/>
</p:tagLst>
</file>

<file path=ppt/tags/tag208.xml><?xml version="1.0" encoding="utf-8"?>
<p:tagLst xmlns:p="http://schemas.openxmlformats.org/presentationml/2006/main">
  <p:tag name="AS_UNIQUEID" val="233"/>
</p:tagLst>
</file>

<file path=ppt/tags/tag209.xml><?xml version="1.0" encoding="utf-8"?>
<p:tagLst xmlns:p="http://schemas.openxmlformats.org/presentationml/2006/main">
  <p:tag name="AS_UNIQUEID" val="234"/>
</p:tagLst>
</file>

<file path=ppt/tags/tag210.xml><?xml version="1.0" encoding="utf-8"?>
<p:tagLst xmlns:p="http://schemas.openxmlformats.org/presentationml/2006/main">
  <p:tag name="AS_UNIQUEID" val="235"/>
</p:tagLst>
</file>

<file path=ppt/tags/tag211.xml><?xml version="1.0" encoding="utf-8"?>
<p:tagLst xmlns:p="http://schemas.openxmlformats.org/presentationml/2006/main">
  <p:tag name="AS_UNIQUEID" val="236"/>
</p:tagLst>
</file>

<file path=ppt/tags/tag212.xml><?xml version="1.0" encoding="utf-8"?>
<p:tagLst xmlns:p="http://schemas.openxmlformats.org/presentationml/2006/main">
  <p:tag name="AS_UNIQUEID" val="237"/>
</p:tagLst>
</file>

<file path=ppt/tags/tag213.xml><?xml version="1.0" encoding="utf-8"?>
<p:tagLst xmlns:p="http://schemas.openxmlformats.org/presentationml/2006/main">
  <p:tag name="AS_UNIQUEID" val="30"/>
</p:tagLst>
</file>

<file path=ppt/tags/tag214.xml><?xml version="1.0" encoding="utf-8"?>
<p:tagLst xmlns:p="http://schemas.openxmlformats.org/presentationml/2006/main">
  <p:tag name="AS_UNIQUEID" val="238"/>
  <p:tag name="KSO_WM_UNIT_TABLE_BEAUTIFY" val="smartTable{6f1572e3-e337-4139-8ae1-4b26152c9259}"/>
  <p:tag name="TABLE_ENDDRAG_ORIGIN_RECT" val="655*278"/>
  <p:tag name="TABLE_ENDDRAG_RECT" val="30*97*655*278"/>
</p:tagLst>
</file>

<file path=ppt/tags/tag215.xml><?xml version="1.0" encoding="utf-8"?>
<p:tagLst xmlns:p="http://schemas.openxmlformats.org/presentationml/2006/main">
  <p:tag name="AS_UNIQUEID" val="239"/>
</p:tagLst>
</file>

<file path=ppt/tags/tag216.xml><?xml version="1.0" encoding="utf-8"?>
<p:tagLst xmlns:p="http://schemas.openxmlformats.org/presentationml/2006/main">
  <p:tag name="AS_UNIQUEID" val="240"/>
</p:tagLst>
</file>

<file path=ppt/tags/tag217.xml><?xml version="1.0" encoding="utf-8"?>
<p:tagLst xmlns:p="http://schemas.openxmlformats.org/presentationml/2006/main">
  <p:tag name="AS_UNIQUEID" val="241"/>
</p:tagLst>
</file>

<file path=ppt/tags/tag218.xml><?xml version="1.0" encoding="utf-8"?>
<p:tagLst xmlns:p="http://schemas.openxmlformats.org/presentationml/2006/main">
  <p:tag name="AS_UNIQUEID" val="242"/>
</p:tagLst>
</file>

<file path=ppt/tags/tag219.xml><?xml version="1.0" encoding="utf-8"?>
<p:tagLst xmlns:p="http://schemas.openxmlformats.org/presentationml/2006/main">
  <p:tag name="AS_UNIQUEID" val="243"/>
</p:tagLst>
</file>

<file path=ppt/tags/tag220.xml><?xml version="1.0" encoding="utf-8"?>
<p:tagLst xmlns:p="http://schemas.openxmlformats.org/presentationml/2006/main">
  <p:tag name="AS_UNIQUEID" val="244"/>
</p:tagLst>
</file>

<file path=ppt/tags/tag221.xml><?xml version="1.0" encoding="utf-8"?>
<p:tagLst xmlns:p="http://schemas.openxmlformats.org/presentationml/2006/main">
  <p:tag name="AS_UNIQUEID" val="245"/>
</p:tagLst>
</file>

<file path=ppt/tags/tag222.xml><?xml version="1.0" encoding="utf-8"?>
<p:tagLst xmlns:p="http://schemas.openxmlformats.org/presentationml/2006/main">
  <p:tag name="AS_UNIQUEID" val="246"/>
</p:tagLst>
</file>

<file path=ppt/tags/tag223.xml><?xml version="1.0" encoding="utf-8"?>
<p:tagLst xmlns:p="http://schemas.openxmlformats.org/presentationml/2006/main">
  <p:tag name="AS_UNIQUEID" val="247"/>
</p:tagLst>
</file>

<file path=ppt/tags/tag224.xml><?xml version="1.0" encoding="utf-8"?>
<p:tagLst xmlns:p="http://schemas.openxmlformats.org/presentationml/2006/main">
  <p:tag name="AS_UNIQUEID" val="248"/>
</p:tagLst>
</file>

<file path=ppt/tags/tag225.xml><?xml version="1.0" encoding="utf-8"?>
<p:tagLst xmlns:p="http://schemas.openxmlformats.org/presentationml/2006/main">
  <p:tag name="AS_UNIQUEID" val="249"/>
</p:tagLst>
</file>

<file path=ppt/tags/tag226.xml><?xml version="1.0" encoding="utf-8"?>
<p:tagLst xmlns:p="http://schemas.openxmlformats.org/presentationml/2006/main">
  <p:tag name="AS_UNIQUEID" val="250"/>
</p:tagLst>
</file>

<file path=ppt/tags/tag227.xml><?xml version="1.0" encoding="utf-8"?>
<p:tagLst xmlns:p="http://schemas.openxmlformats.org/presentationml/2006/main">
  <p:tag name="AS_UNIQUEID" val="251"/>
</p:tagLst>
</file>

<file path=ppt/tags/tag228.xml><?xml version="1.0" encoding="utf-8"?>
<p:tagLst xmlns:p="http://schemas.openxmlformats.org/presentationml/2006/main">
  <p:tag name="AS_UNIQUEID" val="252"/>
</p:tagLst>
</file>

<file path=ppt/tags/tag229.xml><?xml version="1.0" encoding="utf-8"?>
<p:tagLst xmlns:p="http://schemas.openxmlformats.org/presentationml/2006/main">
  <p:tag name="AS_UNIQUEID" val="253"/>
</p:tagLst>
</file>

<file path=ppt/tags/tag230.xml><?xml version="1.0" encoding="utf-8"?>
<p:tagLst xmlns:p="http://schemas.openxmlformats.org/presentationml/2006/main">
  <p:tag name="AS_UNIQUEID" val="254"/>
</p:tagLst>
</file>

<file path=ppt/tags/tag231.xml><?xml version="1.0" encoding="utf-8"?>
<p:tagLst xmlns:p="http://schemas.openxmlformats.org/presentationml/2006/main">
  <p:tag name="AS_UNIQUEID" val="255"/>
</p:tagLst>
</file>

<file path=ppt/tags/tag232.xml><?xml version="1.0" encoding="utf-8"?>
<p:tagLst xmlns:p="http://schemas.openxmlformats.org/presentationml/2006/main">
  <p:tag name="AS_UNIQUEID" val="256"/>
</p:tagLst>
</file>

<file path=ppt/tags/tag233.xml><?xml version="1.0" encoding="utf-8"?>
<p:tagLst xmlns:p="http://schemas.openxmlformats.org/presentationml/2006/main">
  <p:tag name="AS_UNIQUEID" val="257"/>
</p:tagLst>
</file>

<file path=ppt/tags/tag234.xml><?xml version="1.0" encoding="utf-8"?>
<p:tagLst xmlns:p="http://schemas.openxmlformats.org/presentationml/2006/main">
  <p:tag name="AS_UNIQUEID" val="258"/>
</p:tagLst>
</file>

<file path=ppt/tags/tag235.xml><?xml version="1.0" encoding="utf-8"?>
<p:tagLst xmlns:p="http://schemas.openxmlformats.org/presentationml/2006/main">
  <p:tag name="AS_UNIQUEID" val="259"/>
</p:tagLst>
</file>

<file path=ppt/tags/tag236.xml><?xml version="1.0" encoding="utf-8"?>
<p:tagLst xmlns:p="http://schemas.openxmlformats.org/presentationml/2006/main">
  <p:tag name="AS_UNIQUEID" val="260"/>
</p:tagLst>
</file>

<file path=ppt/tags/tag237.xml><?xml version="1.0" encoding="utf-8"?>
<p:tagLst xmlns:p="http://schemas.openxmlformats.org/presentationml/2006/main">
  <p:tag name="AS_UNIQUEID" val="261"/>
</p:tagLst>
</file>

<file path=ppt/tags/tag238.xml><?xml version="1.0" encoding="utf-8"?>
<p:tagLst xmlns:p="http://schemas.openxmlformats.org/presentationml/2006/main">
  <p:tag name="AS_UNIQUEID" val="262"/>
</p:tagLst>
</file>

<file path=ppt/tags/tag239.xml><?xml version="1.0" encoding="utf-8"?>
<p:tagLst xmlns:p="http://schemas.openxmlformats.org/presentationml/2006/main">
  <p:tag name="AS_UNIQUEID" val="30"/>
</p:tagLst>
</file>

<file path=ppt/tags/tag240.xml><?xml version="1.0" encoding="utf-8"?>
<p:tagLst xmlns:p="http://schemas.openxmlformats.org/presentationml/2006/main">
  <p:tag name="AS_UNIQUEID" val="263"/>
  <p:tag name="KSO_WM_UNIT_TABLE_BEAUTIFY" val="smartTable{27e2bc0c-080d-495a-af58-68d9899b9e85}"/>
  <p:tag name="TABLE_ENDDRAG_ORIGIN_RECT" val="649*235"/>
  <p:tag name="TABLE_ENDDRAG_RECT" val="30*111*649*235"/>
</p:tagLst>
</file>

<file path=ppt/tags/tag241.xml><?xml version="1.0" encoding="utf-8"?>
<p:tagLst xmlns:p="http://schemas.openxmlformats.org/presentationml/2006/main">
  <p:tag name="AS_UNIQUEID" val="264"/>
</p:tagLst>
</file>

<file path=ppt/tags/tag242.xml><?xml version="1.0" encoding="utf-8"?>
<p:tagLst xmlns:p="http://schemas.openxmlformats.org/presentationml/2006/main">
  <p:tag name="AS_UNIQUEID" val="265"/>
</p:tagLst>
</file>

<file path=ppt/tags/tag243.xml><?xml version="1.0" encoding="utf-8"?>
<p:tagLst xmlns:p="http://schemas.openxmlformats.org/presentationml/2006/main">
  <p:tag name="AS_UNIQUEID" val="266"/>
</p:tagLst>
</file>

<file path=ppt/tags/tag244.xml><?xml version="1.0" encoding="utf-8"?>
<p:tagLst xmlns:p="http://schemas.openxmlformats.org/presentationml/2006/main">
  <p:tag name="AS_UNIQUEID" val="267"/>
</p:tagLst>
</file>

<file path=ppt/tags/tag245.xml><?xml version="1.0" encoding="utf-8"?>
<p:tagLst xmlns:p="http://schemas.openxmlformats.org/presentationml/2006/main">
  <p:tag name="AS_UNIQUEID" val="268"/>
</p:tagLst>
</file>

<file path=ppt/tags/tag246.xml><?xml version="1.0" encoding="utf-8"?>
<p:tagLst xmlns:p="http://schemas.openxmlformats.org/presentationml/2006/main">
  <p:tag name="AS_UNIQUEID" val="269"/>
</p:tagLst>
</file>

<file path=ppt/tags/tag247.xml><?xml version="1.0" encoding="utf-8"?>
<p:tagLst xmlns:p="http://schemas.openxmlformats.org/presentationml/2006/main">
  <p:tag name="AS_UNIQUEID" val="270"/>
</p:tagLst>
</file>

<file path=ppt/tags/tag248.xml><?xml version="1.0" encoding="utf-8"?>
<p:tagLst xmlns:p="http://schemas.openxmlformats.org/presentationml/2006/main">
  <p:tag name="AS_UNIQUEID" val="271"/>
</p:tagLst>
</file>

<file path=ppt/tags/tag249.xml><?xml version="1.0" encoding="utf-8"?>
<p:tagLst xmlns:p="http://schemas.openxmlformats.org/presentationml/2006/main">
  <p:tag name="AS_UNIQUEID" val="272"/>
</p:tagLst>
</file>

<file path=ppt/tags/tag250.xml><?xml version="1.0" encoding="utf-8"?>
<p:tagLst xmlns:p="http://schemas.openxmlformats.org/presentationml/2006/main">
  <p:tag name="AS_UNIQUEID" val="273"/>
</p:tagLst>
</file>

<file path=ppt/tags/tag251.xml><?xml version="1.0" encoding="utf-8"?>
<p:tagLst xmlns:p="http://schemas.openxmlformats.org/presentationml/2006/main">
  <p:tag name="AS_UNIQUEID" val="274"/>
</p:tagLst>
</file>

<file path=ppt/tags/tag252.xml><?xml version="1.0" encoding="utf-8"?>
<p:tagLst xmlns:p="http://schemas.openxmlformats.org/presentationml/2006/main">
  <p:tag name="AS_UNIQUEID" val="275"/>
</p:tagLst>
</file>

<file path=ppt/tags/tag253.xml><?xml version="1.0" encoding="utf-8"?>
<p:tagLst xmlns:p="http://schemas.openxmlformats.org/presentationml/2006/main">
  <p:tag name="AS_UNIQUEID" val="276"/>
</p:tagLst>
</file>

<file path=ppt/tags/tag254.xml><?xml version="1.0" encoding="utf-8"?>
<p:tagLst xmlns:p="http://schemas.openxmlformats.org/presentationml/2006/main">
  <p:tag name="AS_UNIQUEID" val="277"/>
</p:tagLst>
</file>

<file path=ppt/tags/tag255.xml><?xml version="1.0" encoding="utf-8"?>
<p:tagLst xmlns:p="http://schemas.openxmlformats.org/presentationml/2006/main">
  <p:tag name="AS_UNIQUEID" val="278"/>
</p:tagLst>
</file>

<file path=ppt/tags/tag256.xml><?xml version="1.0" encoding="utf-8"?>
<p:tagLst xmlns:p="http://schemas.openxmlformats.org/presentationml/2006/main">
  <p:tag name="AS_UNIQUEID" val="279"/>
</p:tagLst>
</file>

<file path=ppt/tags/tag257.xml><?xml version="1.0" encoding="utf-8"?>
<p:tagLst xmlns:p="http://schemas.openxmlformats.org/presentationml/2006/main">
  <p:tag name="AS_UNIQUEID" val="280"/>
</p:tagLst>
</file>

<file path=ppt/tags/tag258.xml><?xml version="1.0" encoding="utf-8"?>
<p:tagLst xmlns:p="http://schemas.openxmlformats.org/presentationml/2006/main">
  <p:tag name="AS_UNIQUEID" val="281"/>
</p:tagLst>
</file>

<file path=ppt/tags/tag259.xml><?xml version="1.0" encoding="utf-8"?>
<p:tagLst xmlns:p="http://schemas.openxmlformats.org/presentationml/2006/main">
  <p:tag name="AS_UNIQUEID" val="282"/>
</p:tagLst>
</file>

<file path=ppt/tags/tag260.xml><?xml version="1.0" encoding="utf-8"?>
<p:tagLst xmlns:p="http://schemas.openxmlformats.org/presentationml/2006/main">
  <p:tag name="AS_UNIQUEID" val="283"/>
</p:tagLst>
</file>

<file path=ppt/tags/tag261.xml><?xml version="1.0" encoding="utf-8"?>
<p:tagLst xmlns:p="http://schemas.openxmlformats.org/presentationml/2006/main">
  <p:tag name="AS_UNIQUEID" val="284"/>
</p:tagLst>
</file>

<file path=ppt/tags/tag262.xml><?xml version="1.0" encoding="utf-8"?>
<p:tagLst xmlns:p="http://schemas.openxmlformats.org/presentationml/2006/main">
  <p:tag name="AS_UNIQUEID" val="285"/>
</p:tagLst>
</file>

<file path=ppt/tags/tag263.xml><?xml version="1.0" encoding="utf-8"?>
<p:tagLst xmlns:p="http://schemas.openxmlformats.org/presentationml/2006/main">
  <p:tag name="AS_UNIQUEID" val="286"/>
</p:tagLst>
</file>

<file path=ppt/tags/tag264.xml><?xml version="1.0" encoding="utf-8"?>
<p:tagLst xmlns:p="http://schemas.openxmlformats.org/presentationml/2006/main">
  <p:tag name="AS_UNIQUEID" val="287"/>
</p:tagLst>
</file>

<file path=ppt/tags/tag265.xml><?xml version="1.0" encoding="utf-8"?>
<p:tagLst xmlns:p="http://schemas.openxmlformats.org/presentationml/2006/main">
  <p:tag name="AS_UNIQUEID" val="288"/>
</p:tagLst>
</file>

<file path=ppt/tags/tag266.xml><?xml version="1.0" encoding="utf-8"?>
<p:tagLst xmlns:p="http://schemas.openxmlformats.org/presentationml/2006/main">
  <p:tag name="AS_UNIQUEID" val="289"/>
</p:tagLst>
</file>

<file path=ppt/tags/tag267.xml><?xml version="1.0" encoding="utf-8"?>
<p:tagLst xmlns:p="http://schemas.openxmlformats.org/presentationml/2006/main">
  <p:tag name="AS_UNIQUEID" val="290"/>
</p:tagLst>
</file>

<file path=ppt/tags/tag268.xml><?xml version="1.0" encoding="utf-8"?>
<p:tagLst xmlns:p="http://schemas.openxmlformats.org/presentationml/2006/main">
  <p:tag name="AS_UNIQUEID" val="291"/>
</p:tagLst>
</file>

<file path=ppt/tags/tag269.xml><?xml version="1.0" encoding="utf-8"?>
<p:tagLst xmlns:p="http://schemas.openxmlformats.org/presentationml/2006/main">
  <p:tag name="AS_UNIQUEID" val="292"/>
</p:tagLst>
</file>

<file path=ppt/tags/tag270.xml><?xml version="1.0" encoding="utf-8"?>
<p:tagLst xmlns:p="http://schemas.openxmlformats.org/presentationml/2006/main">
  <p:tag name="AS_UNIQUEID" val="293"/>
</p:tagLst>
</file>

<file path=ppt/tags/tag271.xml><?xml version="1.0" encoding="utf-8"?>
<p:tagLst xmlns:p="http://schemas.openxmlformats.org/presentationml/2006/main">
  <p:tag name="AS_UNIQUEID" val="294"/>
</p:tagLst>
</file>

<file path=ppt/tags/tag272.xml><?xml version="1.0" encoding="utf-8"?>
<p:tagLst xmlns:p="http://schemas.openxmlformats.org/presentationml/2006/main">
  <p:tag name="AS_UNIQUEID" val="30"/>
</p:tagLst>
</file>

<file path=ppt/tags/tag273.xml><?xml version="1.0" encoding="utf-8"?>
<p:tagLst xmlns:p="http://schemas.openxmlformats.org/presentationml/2006/main">
  <p:tag name="AS_UNIQUEID" val="295"/>
</p:tagLst>
</file>

<file path=ppt/tags/tag274.xml><?xml version="1.0" encoding="utf-8"?>
<p:tagLst xmlns:p="http://schemas.openxmlformats.org/presentationml/2006/main">
  <p:tag name="AS_UNIQUEID" val="296"/>
</p:tagLst>
</file>

<file path=ppt/tags/tag275.xml><?xml version="1.0" encoding="utf-8"?>
<p:tagLst xmlns:p="http://schemas.openxmlformats.org/presentationml/2006/main">
  <p:tag name="AS_UNIQUEID" val="297"/>
</p:tagLst>
</file>

<file path=ppt/tags/tag276.xml><?xml version="1.0" encoding="utf-8"?>
<p:tagLst xmlns:p="http://schemas.openxmlformats.org/presentationml/2006/main">
  <p:tag name="AS_UNIQUEID" val="298"/>
</p:tagLst>
</file>

<file path=ppt/tags/tag277.xml><?xml version="1.0" encoding="utf-8"?>
<p:tagLst xmlns:p="http://schemas.openxmlformats.org/presentationml/2006/main">
  <p:tag name="AS_UNIQUEID" val="299"/>
</p:tagLst>
</file>

<file path=ppt/tags/tag278.xml><?xml version="1.0" encoding="utf-8"?>
<p:tagLst xmlns:p="http://schemas.openxmlformats.org/presentationml/2006/main">
  <p:tag name="AS_UNIQUEID" val="300"/>
</p:tagLst>
</file>

<file path=ppt/tags/tag279.xml><?xml version="1.0" encoding="utf-8"?>
<p:tagLst xmlns:p="http://schemas.openxmlformats.org/presentationml/2006/main">
  <p:tag name="AS_UNIQUEID" val="301"/>
</p:tagLst>
</file>

<file path=ppt/tags/tag280.xml><?xml version="1.0" encoding="utf-8"?>
<p:tagLst xmlns:p="http://schemas.openxmlformats.org/presentationml/2006/main">
  <p:tag name="AS_UNIQUEID" val="302"/>
</p:tagLst>
</file>

<file path=ppt/tags/tag281.xml><?xml version="1.0" encoding="utf-8"?>
<p:tagLst xmlns:p="http://schemas.openxmlformats.org/presentationml/2006/main">
  <p:tag name="AS_UNIQUEID" val="303"/>
</p:tagLst>
</file>

<file path=ppt/tags/tag282.xml><?xml version="1.0" encoding="utf-8"?>
<p:tagLst xmlns:p="http://schemas.openxmlformats.org/presentationml/2006/main">
  <p:tag name="AS_UNIQUEID" val="304"/>
</p:tagLst>
</file>

<file path=ppt/tags/tag283.xml><?xml version="1.0" encoding="utf-8"?>
<p:tagLst xmlns:p="http://schemas.openxmlformats.org/presentationml/2006/main">
  <p:tag name="AS_UNIQUEID" val="305"/>
</p:tagLst>
</file>

<file path=ppt/tags/tag284.xml><?xml version="1.0" encoding="utf-8"?>
<p:tagLst xmlns:p="http://schemas.openxmlformats.org/presentationml/2006/main">
  <p:tag name="AS_UNIQUEID" val="306"/>
</p:tagLst>
</file>

<file path=ppt/tags/tag285.xml><?xml version="1.0" encoding="utf-8"?>
<p:tagLst xmlns:p="http://schemas.openxmlformats.org/presentationml/2006/main">
  <p:tag name="AS_UNIQUEID" val="307"/>
</p:tagLst>
</file>

<file path=ppt/tags/tag286.xml><?xml version="1.0" encoding="utf-8"?>
<p:tagLst xmlns:p="http://schemas.openxmlformats.org/presentationml/2006/main">
  <p:tag name="AS_UNIQUEID" val="308"/>
</p:tagLst>
</file>

<file path=ppt/tags/tag287.xml><?xml version="1.0" encoding="utf-8"?>
<p:tagLst xmlns:p="http://schemas.openxmlformats.org/presentationml/2006/main">
  <p:tag name="AS_UNIQUEID" val="30"/>
</p:tagLst>
</file>

<file path=ppt/tags/tag288.xml><?xml version="1.0" encoding="utf-8"?>
<p:tagLst xmlns:p="http://schemas.openxmlformats.org/presentationml/2006/main">
  <p:tag name="AS_UNIQUEID" val="309"/>
</p:tagLst>
</file>

<file path=ppt/tags/tag289.xml><?xml version="1.0" encoding="utf-8"?>
<p:tagLst xmlns:p="http://schemas.openxmlformats.org/presentationml/2006/main">
  <p:tag name="AS_UNIQUEID" val="310"/>
</p:tagLst>
</file>

<file path=ppt/tags/tag290.xml><?xml version="1.0" encoding="utf-8"?>
<p:tagLst xmlns:p="http://schemas.openxmlformats.org/presentationml/2006/main">
  <p:tag name="AS_UNIQUEID" val="311"/>
</p:tagLst>
</file>

<file path=ppt/tags/tag291.xml><?xml version="1.0" encoding="utf-8"?>
<p:tagLst xmlns:p="http://schemas.openxmlformats.org/presentationml/2006/main">
  <p:tag name="AS_UNIQUEID" val="312"/>
</p:tagLst>
</file>

<file path=ppt/tags/tag292.xml><?xml version="1.0" encoding="utf-8"?>
<p:tagLst xmlns:p="http://schemas.openxmlformats.org/presentationml/2006/main">
  <p:tag name="AS_UNIQUEID" val="313"/>
</p:tagLst>
</file>

<file path=ppt/tags/tag293.xml><?xml version="1.0" encoding="utf-8"?>
<p:tagLst xmlns:p="http://schemas.openxmlformats.org/presentationml/2006/main">
  <p:tag name="AS_UNIQUEID" val="314"/>
</p:tagLst>
</file>

<file path=ppt/tags/tag294.xml><?xml version="1.0" encoding="utf-8"?>
<p:tagLst xmlns:p="http://schemas.openxmlformats.org/presentationml/2006/main">
  <p:tag name="AS_UNIQUEID" val="315"/>
</p:tagLst>
</file>

<file path=ppt/tags/tag295.xml><?xml version="1.0" encoding="utf-8"?>
<p:tagLst xmlns:p="http://schemas.openxmlformats.org/presentationml/2006/main">
  <p:tag name="AS_UNIQUEID" val="316"/>
</p:tagLst>
</file>

<file path=ppt/tags/tag296.xml><?xml version="1.0" encoding="utf-8"?>
<p:tagLst xmlns:p="http://schemas.openxmlformats.org/presentationml/2006/main">
  <p:tag name="AS_UNIQUEID" val="317"/>
</p:tagLst>
</file>

<file path=ppt/tags/tag297.xml><?xml version="1.0" encoding="utf-8"?>
<p:tagLst xmlns:p="http://schemas.openxmlformats.org/presentationml/2006/main">
  <p:tag name="AS_UNIQUEID" val="318"/>
</p:tagLst>
</file>

<file path=ppt/tags/tag298.xml><?xml version="1.0" encoding="utf-8"?>
<p:tagLst xmlns:p="http://schemas.openxmlformats.org/presentationml/2006/main">
  <p:tag name="AS_UNIQUEID" val="319"/>
</p:tagLst>
</file>

<file path=ppt/tags/tag299.xml><?xml version="1.0" encoding="utf-8"?>
<p:tagLst xmlns:p="http://schemas.openxmlformats.org/presentationml/2006/main">
  <p:tag name="AS_UNIQUEID" val="320"/>
</p:tagLst>
</file>

<file path=ppt/tags/tag300.xml><?xml version="1.0" encoding="utf-8"?>
<p:tagLst xmlns:p="http://schemas.openxmlformats.org/presentationml/2006/main">
  <p:tag name="AS_UNIQUEID" val="30"/>
</p:tagLst>
</file>

<file path=ppt/tags/tag301.xml><?xml version="1.0" encoding="utf-8"?>
<p:tagLst xmlns:p="http://schemas.openxmlformats.org/presentationml/2006/main">
  <p:tag name="AS_UNIQUEID" val="321"/>
</p:tagLst>
</file>

<file path=ppt/tags/tag302.xml><?xml version="1.0" encoding="utf-8"?>
<p:tagLst xmlns:p="http://schemas.openxmlformats.org/presentationml/2006/main">
  <p:tag name="AS_UNIQUEID" val="322"/>
</p:tagLst>
</file>

<file path=ppt/tags/tag303.xml><?xml version="1.0" encoding="utf-8"?>
<p:tagLst xmlns:p="http://schemas.openxmlformats.org/presentationml/2006/main">
  <p:tag name="AS_UNIQUEID" val="323"/>
</p:tagLst>
</file>

<file path=ppt/tags/tag304.xml><?xml version="1.0" encoding="utf-8"?>
<p:tagLst xmlns:p="http://schemas.openxmlformats.org/presentationml/2006/main">
  <p:tag name="AS_UNIQUEID" val="324"/>
</p:tagLst>
</file>

<file path=ppt/tags/tag305.xml><?xml version="1.0" encoding="utf-8"?>
<p:tagLst xmlns:p="http://schemas.openxmlformats.org/presentationml/2006/main">
  <p:tag name="AS_UNIQUEID" val="325"/>
</p:tagLst>
</file>

<file path=ppt/tags/tag306.xml><?xml version="1.0" encoding="utf-8"?>
<p:tagLst xmlns:p="http://schemas.openxmlformats.org/presentationml/2006/main">
  <p:tag name="AS_UNIQUEID" val="326"/>
</p:tagLst>
</file>

<file path=ppt/tags/tag307.xml><?xml version="1.0" encoding="utf-8"?>
<p:tagLst xmlns:p="http://schemas.openxmlformats.org/presentationml/2006/main">
  <p:tag name="AS_UNIQUEID" val="327"/>
</p:tagLst>
</file>

<file path=ppt/tags/tag308.xml><?xml version="1.0" encoding="utf-8"?>
<p:tagLst xmlns:p="http://schemas.openxmlformats.org/presentationml/2006/main">
  <p:tag name="AS_UNIQUEID" val="328"/>
</p:tagLst>
</file>

<file path=ppt/tags/tag309.xml><?xml version="1.0" encoding="utf-8"?>
<p:tagLst xmlns:p="http://schemas.openxmlformats.org/presentationml/2006/main">
  <p:tag name="AS_UNIQUEID" val="329"/>
</p:tagLst>
</file>

<file path=ppt/tags/tag310.xml><?xml version="1.0" encoding="utf-8"?>
<p:tagLst xmlns:p="http://schemas.openxmlformats.org/presentationml/2006/main">
  <p:tag name="AS_UNIQUEID" val="330"/>
</p:tagLst>
</file>

<file path=ppt/tags/tag311.xml><?xml version="1.0" encoding="utf-8"?>
<p:tagLst xmlns:p="http://schemas.openxmlformats.org/presentationml/2006/main">
  <p:tag name="AS_UNIQUEID" val="331"/>
</p:tagLst>
</file>

<file path=ppt/tags/tag312.xml><?xml version="1.0" encoding="utf-8"?>
<p:tagLst xmlns:p="http://schemas.openxmlformats.org/presentationml/2006/main">
  <p:tag name="AS_UNIQUEID" val="332"/>
</p:tagLst>
</file>

<file path=ppt/tags/tag313.xml><?xml version="1.0" encoding="utf-8"?>
<p:tagLst xmlns:p="http://schemas.openxmlformats.org/presentationml/2006/main">
  <p:tag name="AS_UNIQUEID" val="333"/>
</p:tagLst>
</file>

<file path=ppt/tags/tag314.xml><?xml version="1.0" encoding="utf-8"?>
<p:tagLst xmlns:p="http://schemas.openxmlformats.org/presentationml/2006/main">
  <p:tag name="AS_UNIQUEID" val="334"/>
</p:tagLst>
</file>

<file path=ppt/tags/tag315.xml><?xml version="1.0" encoding="utf-8"?>
<p:tagLst xmlns:p="http://schemas.openxmlformats.org/presentationml/2006/main">
  <p:tag name="AS_UNIQUEID" val="335"/>
</p:tagLst>
</file>

<file path=ppt/tags/tag316.xml><?xml version="1.0" encoding="utf-8"?>
<p:tagLst xmlns:p="http://schemas.openxmlformats.org/presentationml/2006/main">
  <p:tag name="AS_UNIQUEID" val="336"/>
</p:tagLst>
</file>

<file path=ppt/tags/tag317.xml><?xml version="1.0" encoding="utf-8"?>
<p:tagLst xmlns:p="http://schemas.openxmlformats.org/presentationml/2006/main">
  <p:tag name="AS_UNIQUEID" val="337"/>
</p:tagLst>
</file>

<file path=ppt/tags/tag318.xml><?xml version="1.0" encoding="utf-8"?>
<p:tagLst xmlns:p="http://schemas.openxmlformats.org/presentationml/2006/main">
  <p:tag name="AS_UNIQUEID" val="338"/>
</p:tagLst>
</file>

<file path=ppt/tags/tag319.xml><?xml version="1.0" encoding="utf-8"?>
<p:tagLst xmlns:p="http://schemas.openxmlformats.org/presentationml/2006/main">
  <p:tag name="AS_UNIQUEID" val="339"/>
</p:tagLst>
</file>

<file path=ppt/tags/tag320.xml><?xml version="1.0" encoding="utf-8"?>
<p:tagLst xmlns:p="http://schemas.openxmlformats.org/presentationml/2006/main">
  <p:tag name="AS_UNIQUEID" val="340"/>
</p:tagLst>
</file>

<file path=ppt/tags/tag321.xml><?xml version="1.0" encoding="utf-8"?>
<p:tagLst xmlns:p="http://schemas.openxmlformats.org/presentationml/2006/main">
  <p:tag name="AS_UNIQUEID" val="341"/>
</p:tagLst>
</file>

<file path=ppt/tags/tag322.xml><?xml version="1.0" encoding="utf-8"?>
<p:tagLst xmlns:p="http://schemas.openxmlformats.org/presentationml/2006/main">
  <p:tag name="AS_UNIQUEID" val="342"/>
</p:tagLst>
</file>

<file path=ppt/tags/tag323.xml><?xml version="1.0" encoding="utf-8"?>
<p:tagLst xmlns:p="http://schemas.openxmlformats.org/presentationml/2006/main">
  <p:tag name="AS_UNIQUEID" val="343"/>
</p:tagLst>
</file>

<file path=ppt/tags/tag324.xml><?xml version="1.0" encoding="utf-8"?>
<p:tagLst xmlns:p="http://schemas.openxmlformats.org/presentationml/2006/main">
  <p:tag name="AS_UNIQUEID" val="344"/>
</p:tagLst>
</file>

<file path=ppt/tags/tag325.xml><?xml version="1.0" encoding="utf-8"?>
<p:tagLst xmlns:p="http://schemas.openxmlformats.org/presentationml/2006/main">
  <p:tag name="AS_UNIQUEID" val="345"/>
</p:tagLst>
</file>

<file path=ppt/tags/tag326.xml><?xml version="1.0" encoding="utf-8"?>
<p:tagLst xmlns:p="http://schemas.openxmlformats.org/presentationml/2006/main">
  <p:tag name="AS_UNIQUEID" val="346"/>
</p:tagLst>
</file>

<file path=ppt/tags/tag327.xml><?xml version="1.0" encoding="utf-8"?>
<p:tagLst xmlns:p="http://schemas.openxmlformats.org/presentationml/2006/main">
  <p:tag name="AS_UNIQUEID" val="347"/>
</p:tagLst>
</file>

<file path=ppt/tags/tag328.xml><?xml version="1.0" encoding="utf-8"?>
<p:tagLst xmlns:p="http://schemas.openxmlformats.org/presentationml/2006/main">
  <p:tag name="AS_UNIQUEID" val="348"/>
</p:tagLst>
</file>

<file path=ppt/tags/tag329.xml><?xml version="1.0" encoding="utf-8"?>
<p:tagLst xmlns:p="http://schemas.openxmlformats.org/presentationml/2006/main">
  <p:tag name="AS_UNIQUEID" val="349"/>
</p:tagLst>
</file>

<file path=ppt/tags/tag330.xml><?xml version="1.0" encoding="utf-8"?>
<p:tagLst xmlns:p="http://schemas.openxmlformats.org/presentationml/2006/main">
  <p:tag name="AS_UNIQUEID" val="350"/>
</p:tagLst>
</file>

<file path=ppt/tags/tag331.xml><?xml version="1.0" encoding="utf-8"?>
<p:tagLst xmlns:p="http://schemas.openxmlformats.org/presentationml/2006/main">
  <p:tag name="AS_UNIQUEID" val="351"/>
</p:tagLst>
</file>

<file path=ppt/tags/tag332.xml><?xml version="1.0" encoding="utf-8"?>
<p:tagLst xmlns:p="http://schemas.openxmlformats.org/presentationml/2006/main">
  <p:tag name="AS_UNIQUEID" val="11"/>
</p:tagLst>
</file>

<file path=ppt/tags/tag333.xml><?xml version="1.0" encoding="utf-8"?>
<p:tagLst xmlns:p="http://schemas.openxmlformats.org/presentationml/2006/main">
  <p:tag name="AS_UNIQUEID" val="352"/>
</p:tagLst>
</file>

<file path=ppt/tags/tag334.xml><?xml version="1.0" encoding="utf-8"?>
<p:tagLst xmlns:p="http://schemas.openxmlformats.org/presentationml/2006/main">
  <p:tag name="AS_UNIQUEID" val="353"/>
</p:tagLst>
</file>

<file path=ppt/tags/tag335.xml><?xml version="1.0" encoding="utf-8"?>
<p:tagLst xmlns:p="http://schemas.openxmlformats.org/presentationml/2006/main">
  <p:tag name="AS_UNIQUEID" val="354"/>
</p:tagLst>
</file>

<file path=ppt/tags/tag336.xml><?xml version="1.0" encoding="utf-8"?>
<p:tagLst xmlns:p="http://schemas.openxmlformats.org/presentationml/2006/main">
  <p:tag name="AS_UNIQUEID" val="355"/>
  <p:tag name="KSO_WM_UNIT_PLACING_PICTURE_USER_VIEWPORT" val="{&quot;height&quot;:3587,&quot;width&quot;:4834}"/>
</p:tagLst>
</file>

<file path=ppt/tags/tag337.xml><?xml version="1.0" encoding="utf-8"?>
<p:tagLst xmlns:p="http://schemas.openxmlformats.org/presentationml/2006/main">
  <p:tag name="AS_UNIQUEID" val="356"/>
</p:tagLst>
</file>

<file path=ppt/tags/tag338.xml><?xml version="1.0" encoding="utf-8"?>
<p:tagLst xmlns:p="http://schemas.openxmlformats.org/presentationml/2006/main">
  <p:tag name="AS_UNIQUEID" val="357"/>
</p:tagLst>
</file>

<file path=ppt/tags/tag339.xml><?xml version="1.0" encoding="utf-8"?>
<p:tagLst xmlns:p="http://schemas.openxmlformats.org/presentationml/2006/main">
  <p:tag name="AS_UNIQUEID" val="358"/>
</p:tagLst>
</file>

<file path=ppt/tags/tag340.xml><?xml version="1.0" encoding="utf-8"?>
<p:tagLst xmlns:p="http://schemas.openxmlformats.org/presentationml/2006/main">
  <p:tag name="AS_UNIQUEID" val="359"/>
</p:tagLst>
</file>

<file path=ppt/tags/tag341.xml><?xml version="1.0" encoding="utf-8"?>
<p:tagLst xmlns:p="http://schemas.openxmlformats.org/presentationml/2006/main">
  <p:tag name="AS_UNIQUEID" val="360"/>
</p:tagLst>
</file>

<file path=ppt/tags/tag342.xml><?xml version="1.0" encoding="utf-8"?>
<p:tagLst xmlns:p="http://schemas.openxmlformats.org/presentationml/2006/main">
  <p:tag name="AS_UNIQUEID" val="361"/>
</p:tagLst>
</file>

<file path=ppt/tags/tag343.xml><?xml version="1.0" encoding="utf-8"?>
<p:tagLst xmlns:p="http://schemas.openxmlformats.org/presentationml/2006/main">
  <p:tag name="AS_UNIQUEID" val="362"/>
</p:tagLst>
</file>

<file path=ppt/tags/tag344.xml><?xml version="1.0" encoding="utf-8"?>
<p:tagLst xmlns:p="http://schemas.openxmlformats.org/presentationml/2006/main">
  <p:tag name="AS_UNIQUEID" val="11"/>
</p:tagLst>
</file>

<file path=ppt/tags/tag345.xml><?xml version="1.0" encoding="utf-8"?>
<p:tagLst xmlns:p="http://schemas.openxmlformats.org/presentationml/2006/main">
  <p:tag name="AS_UNIQUEID" val="363"/>
</p:tagLst>
</file>

<file path=ppt/tags/tag346.xml><?xml version="1.0" encoding="utf-8"?>
<p:tagLst xmlns:p="http://schemas.openxmlformats.org/presentationml/2006/main">
  <p:tag name="AS_UNIQUEID" val="364"/>
</p:tagLst>
</file>

<file path=ppt/tags/tag347.xml><?xml version="1.0" encoding="utf-8"?>
<p:tagLst xmlns:p="http://schemas.openxmlformats.org/presentationml/2006/main">
  <p:tag name="AS_UNIQUEID" val="365"/>
</p:tagLst>
</file>

<file path=ppt/tags/tag348.xml><?xml version="1.0" encoding="utf-8"?>
<p:tagLst xmlns:p="http://schemas.openxmlformats.org/presentationml/2006/main">
  <p:tag name="AS_UNIQUEID" val="366"/>
  <p:tag name="KSO_WM_UNIT_PLACING_PICTURE_USER_VIEWPORT" val="{&quot;height&quot;:3587,&quot;width&quot;:4834}"/>
</p:tagLst>
</file>

<file path=ppt/tags/tag349.xml><?xml version="1.0" encoding="utf-8"?>
<p:tagLst xmlns:p="http://schemas.openxmlformats.org/presentationml/2006/main">
  <p:tag name="AS_UNIQUEID" val="367"/>
</p:tagLst>
</file>

<file path=ppt/tags/tag350.xml><?xml version="1.0" encoding="utf-8"?>
<p:tagLst xmlns:p="http://schemas.openxmlformats.org/presentationml/2006/main">
  <p:tag name="AS_UNIQUEID" val="368"/>
</p:tagLst>
</file>

<file path=ppt/tags/tag351.xml><?xml version="1.0" encoding="utf-8"?>
<p:tagLst xmlns:p="http://schemas.openxmlformats.org/presentationml/2006/main">
  <p:tag name="AS_UNIQUEID" val="369"/>
</p:tagLst>
</file>

<file path=ppt/tags/tag352.xml><?xml version="1.0" encoding="utf-8"?>
<p:tagLst xmlns:p="http://schemas.openxmlformats.org/presentationml/2006/main">
  <p:tag name="AS_UNIQUEID" val="370"/>
</p:tagLst>
</file>

<file path=ppt/tags/tag353.xml><?xml version="1.0" encoding="utf-8"?>
<p:tagLst xmlns:p="http://schemas.openxmlformats.org/presentationml/2006/main">
  <p:tag name="AS_UNIQUEID" val="371"/>
</p:tagLst>
</file>

<file path=ppt/tags/tag354.xml><?xml version="1.0" encoding="utf-8"?>
<p:tagLst xmlns:p="http://schemas.openxmlformats.org/presentationml/2006/main">
  <p:tag name="AS_UNIQUEID" val="372"/>
</p:tagLst>
</file>

<file path=ppt/tags/tag355.xml><?xml version="1.0" encoding="utf-8"?>
<p:tagLst xmlns:p="http://schemas.openxmlformats.org/presentationml/2006/main">
  <p:tag name="AS_UNIQUEID" val="373"/>
</p:tagLst>
</file>

<file path=ppt/tags/tag356.xml><?xml version="1.0" encoding="utf-8"?>
<p:tagLst xmlns:p="http://schemas.openxmlformats.org/presentationml/2006/main">
  <p:tag name="AS_UNIQUEID" val="374"/>
</p:tagLst>
</file>

<file path=ppt/tags/tag357.xml><?xml version="1.0" encoding="utf-8"?>
<p:tagLst xmlns:p="http://schemas.openxmlformats.org/presentationml/2006/main">
  <p:tag name="AS_UNIQUEID" val="375"/>
</p:tagLst>
</file>

<file path=ppt/tags/tag358.xml><?xml version="1.0" encoding="utf-8"?>
<p:tagLst xmlns:p="http://schemas.openxmlformats.org/presentationml/2006/main">
  <p:tag name="AS_UNIQUEID" val="376"/>
</p:tagLst>
</file>

<file path=ppt/tags/tag359.xml><?xml version="1.0" encoding="utf-8"?>
<p:tagLst xmlns:p="http://schemas.openxmlformats.org/presentationml/2006/main">
  <p:tag name="AS_UNIQUEID" val="377"/>
</p:tagLst>
</file>

<file path=ppt/tags/tag360.xml><?xml version="1.0" encoding="utf-8"?>
<p:tagLst xmlns:p="http://schemas.openxmlformats.org/presentationml/2006/main">
  <p:tag name="AS_UNIQUEID" val="378"/>
</p:tagLst>
</file>

<file path=ppt/tags/tag361.xml><?xml version="1.0" encoding="utf-8"?>
<p:tagLst xmlns:p="http://schemas.openxmlformats.org/presentationml/2006/main">
  <p:tag name="AS_UNIQUEID" val="379"/>
</p:tagLst>
</file>

<file path=ppt/tags/tag362.xml><?xml version="1.0" encoding="utf-8"?>
<p:tagLst xmlns:p="http://schemas.openxmlformats.org/presentationml/2006/main">
  <p:tag name="AS_UNIQUEID" val="380"/>
</p:tagLst>
</file>

<file path=ppt/tags/tag363.xml><?xml version="1.0" encoding="utf-8"?>
<p:tagLst xmlns:p="http://schemas.openxmlformats.org/presentationml/2006/main">
  <p:tag name="AS_UNIQUEID" val="381"/>
</p:tagLst>
</file>

<file path=ppt/tags/tag364.xml><?xml version="1.0" encoding="utf-8"?>
<p:tagLst xmlns:p="http://schemas.openxmlformats.org/presentationml/2006/main">
  <p:tag name="AS_UNIQUEID" val="382"/>
</p:tagLst>
</file>

<file path=ppt/tags/tag365.xml><?xml version="1.0" encoding="utf-8"?>
<p:tagLst xmlns:p="http://schemas.openxmlformats.org/presentationml/2006/main">
  <p:tag name="AS_UNIQUEID" val="383"/>
</p:tagLst>
</file>

<file path=ppt/tags/tag366.xml><?xml version="1.0" encoding="utf-8"?>
<p:tagLst xmlns:p="http://schemas.openxmlformats.org/presentationml/2006/main">
  <p:tag name="AS_UNIQUEID" val="384"/>
</p:tagLst>
</file>

<file path=ppt/tags/tag367.xml><?xml version="1.0" encoding="utf-8"?>
<p:tagLst xmlns:p="http://schemas.openxmlformats.org/presentationml/2006/main">
  <p:tag name="AS_UNIQUEID" val="385"/>
</p:tagLst>
</file>

<file path=ppt/tags/tag368.xml><?xml version="1.0" encoding="utf-8"?>
<p:tagLst xmlns:p="http://schemas.openxmlformats.org/presentationml/2006/main">
  <p:tag name="AS_UNIQUEID" val="386"/>
</p:tagLst>
</file>

<file path=ppt/tags/tag369.xml><?xml version="1.0" encoding="utf-8"?>
<p:tagLst xmlns:p="http://schemas.openxmlformats.org/presentationml/2006/main">
  <p:tag name="AS_UNIQUEID" val="387"/>
</p:tagLst>
</file>

<file path=ppt/tags/tag370.xml><?xml version="1.0" encoding="utf-8"?>
<p:tagLst xmlns:p="http://schemas.openxmlformats.org/presentationml/2006/main">
  <p:tag name="AS_UNIQUEID" val="388"/>
</p:tagLst>
</file>

<file path=ppt/tags/tag371.xml><?xml version="1.0" encoding="utf-8"?>
<p:tagLst xmlns:p="http://schemas.openxmlformats.org/presentationml/2006/main">
  <p:tag name="AS_UNIQUEID" val="389"/>
</p:tagLst>
</file>

<file path=ppt/tags/tag372.xml><?xml version="1.0" encoding="utf-8"?>
<p:tagLst xmlns:p="http://schemas.openxmlformats.org/presentationml/2006/main">
  <p:tag name="AS_UNIQUEID" val="390"/>
</p:tagLst>
</file>

<file path=ppt/tags/tag373.xml><?xml version="1.0" encoding="utf-8"?>
<p:tagLst xmlns:p="http://schemas.openxmlformats.org/presentationml/2006/main">
  <p:tag name="AS_UNIQUEID" val="391"/>
</p:tagLst>
</file>

<file path=ppt/tags/tag374.xml><?xml version="1.0" encoding="utf-8"?>
<p:tagLst xmlns:p="http://schemas.openxmlformats.org/presentationml/2006/main">
  <p:tag name="AS_UNIQUEID" val="392"/>
</p:tagLst>
</file>

<file path=ppt/tags/tag375.xml><?xml version="1.0" encoding="utf-8"?>
<p:tagLst xmlns:p="http://schemas.openxmlformats.org/presentationml/2006/main">
  <p:tag name="AS_UNIQUEID" val="393"/>
</p:tagLst>
</file>

<file path=ppt/tags/tag376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</p:tagLst>
</file>

<file path=ppt/theme/theme1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174</Paragraphs>
  <Slides>22</Slides>
  <Notes>17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baseType="lpstr" size="37">
      <vt:lpstr>Arial</vt:lpstr>
      <vt:lpstr>等线 Light</vt:lpstr>
      <vt:lpstr>等线</vt:lpstr>
      <vt:lpstr>Calibri Light</vt:lpstr>
      <vt:lpstr>Calibri</vt:lpstr>
      <vt:lpstr>汉仪行楷简</vt:lpstr>
      <vt:lpstr>微软雅黑</vt:lpstr>
      <vt:lpstr>楷体</vt:lpstr>
      <vt:lpstr>仿宋</vt:lpstr>
      <vt:lpstr>隶书</vt:lpstr>
      <vt:lpstr>Wingdings</vt:lpstr>
      <vt:lpstr>宋体</vt:lpstr>
      <vt:lpstr>方正楷体_GBK</vt:lpstr>
      <vt:lpstr>黑体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2025-09-01T18:12:19.909</cp:lastPrinted>
  <dcterms:created xsi:type="dcterms:W3CDTF">2025-09-01T18:12:19Z</dcterms:created>
  <dcterms:modified xsi:type="dcterms:W3CDTF">2025-09-01T10:12:19Z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